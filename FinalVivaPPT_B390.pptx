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 /><Relationship Id="rId2" Type="http://schemas.openxmlformats.org/package/2006/relationships/metadata/core-properties" Target="docProps/core.xml" /><Relationship Id="rId1"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saveSubsetFonts="1" autoCompressPictures="0">
  <p:sldMasterIdLst>
    <p:sldMasterId id="2147483648" r:id="rId1"/>
  </p:sldMasterIdLst>
  <p:notesMasterIdLst>
    <p:notesMasterId r:id="rId1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9144000" cy="6858000" type="screen4x3"/>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21" roundtripDataSignature="AMtx7miYxd9q6/Pfo0du75lTE809O2eAaw=="/>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varScale="1">
        <p:scale>
          <a:sx n="100" d="100"/>
          <a:sy n="100" d="100"/>
        </p:scale>
        <p:origin x="0" y="0"/>
      </p:cViewPr>
      <p:guideLst>
        <p:guide orient="horz" pos="2160"/>
        <p:guide pos="2880"/>
      </p:guideLst>
    </p:cSldViewPr>
  </p:slide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 /><Relationship Id="rId13" Type="http://schemas.openxmlformats.org/officeDocument/2006/relationships/slide" Target="slides/slide12.xml" /><Relationship Id="rId3" Type="http://schemas.openxmlformats.org/officeDocument/2006/relationships/slide" Target="slides/slide2.xml" /><Relationship Id="rId21" Type="http://customschemas.google.com/relationships/presentationmetadata" Target="metadata" /><Relationship Id="rId7" Type="http://schemas.openxmlformats.org/officeDocument/2006/relationships/slide" Target="slides/slide6.xml" /><Relationship Id="rId12" Type="http://schemas.openxmlformats.org/officeDocument/2006/relationships/slide" Target="slides/slide11.xml" /><Relationship Id="rId17" Type="http://schemas.openxmlformats.org/officeDocument/2006/relationships/notesMaster" Target="notesMasters/notesMaster1.xml" /><Relationship Id="rId25" Type="http://schemas.openxmlformats.org/officeDocument/2006/relationships/tableStyles" Target="tableStyles.xml" /><Relationship Id="rId2" Type="http://schemas.openxmlformats.org/officeDocument/2006/relationships/slide" Target="slides/slide1.xml" /><Relationship Id="rId16" Type="http://schemas.openxmlformats.org/officeDocument/2006/relationships/slide" Target="slides/slide15.xml" /><Relationship Id="rId1" Type="http://schemas.openxmlformats.org/officeDocument/2006/relationships/slideMaster" Target="slideMasters/slideMaster1.xml" /><Relationship Id="rId6" Type="http://schemas.openxmlformats.org/officeDocument/2006/relationships/slide" Target="slides/slide5.xml" /><Relationship Id="rId11" Type="http://schemas.openxmlformats.org/officeDocument/2006/relationships/slide" Target="slides/slide10.xml" /><Relationship Id="rId24" Type="http://schemas.openxmlformats.org/officeDocument/2006/relationships/theme" Target="theme/theme1.xml" /><Relationship Id="rId5" Type="http://schemas.openxmlformats.org/officeDocument/2006/relationships/slide" Target="slides/slide4.xml" /><Relationship Id="rId15" Type="http://schemas.openxmlformats.org/officeDocument/2006/relationships/slide" Target="slides/slide14.xml" /><Relationship Id="rId23" Type="http://schemas.openxmlformats.org/officeDocument/2006/relationships/viewProps" Target="viewProps.xml" /><Relationship Id="rId10" Type="http://schemas.openxmlformats.org/officeDocument/2006/relationships/slide" Target="slides/slide9.xml" /><Relationship Id="rId4" Type="http://schemas.openxmlformats.org/officeDocument/2006/relationships/slide" Target="slides/slide3.xml" /><Relationship Id="rId9" Type="http://schemas.openxmlformats.org/officeDocument/2006/relationships/slide" Target="slides/slide8.xml" /><Relationship Id="rId14" Type="http://schemas.openxmlformats.org/officeDocument/2006/relationships/slide" Target="slides/slide13.xml" /><Relationship Id="rId22" Type="http://schemas.openxmlformats.org/officeDocument/2006/relationships/presProps" Target="presProps.xml"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 /><Relationship Id="rId1" Type="http://schemas.openxmlformats.org/officeDocument/2006/relationships/notesMaster" Target="../notesMasters/notesMaster1.xml" /></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 /><Relationship Id="rId1" Type="http://schemas.openxmlformats.org/officeDocument/2006/relationships/notesMaster" Target="../notesMasters/notesMaster1.xml" /></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 /><Relationship Id="rId1" Type="http://schemas.openxmlformats.org/officeDocument/2006/relationships/notesMaster" Target="../notesMasters/notesMaster1.xml" /></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 /><Relationship Id="rId1" Type="http://schemas.openxmlformats.org/officeDocument/2006/relationships/notesMaster" Target="../notesMasters/notesMaster1.xml" /></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 /><Relationship Id="rId1" Type="http://schemas.openxmlformats.org/officeDocument/2006/relationships/notesMaster" Target="../notesMasters/notesMaster1.xml" /></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 /><Relationship Id="rId1" Type="http://schemas.openxmlformats.org/officeDocument/2006/relationships/notesMaster" Target="../notesMasters/notesMaster1.xml" /></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 /><Relationship Id="rId1" Type="http://schemas.openxmlformats.org/officeDocument/2006/relationships/notesMaster" Target="../notesMasters/notesMaster1.xml" /></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 /><Relationship Id="rId1" Type="http://schemas.openxmlformats.org/officeDocument/2006/relationships/notesMaster" Target="../notesMasters/notesMaster1.xml" /></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 /><Relationship Id="rId1" Type="http://schemas.openxmlformats.org/officeDocument/2006/relationships/notesMaster" Target="../notesMasters/notesMaster1.xml" /></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 /><Relationship Id="rId1" Type="http://schemas.openxmlformats.org/officeDocument/2006/relationships/notesMaster" Target="../notesMasters/notesMaster1.xml" /></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 /><Relationship Id="rId1" Type="http://schemas.openxmlformats.org/officeDocument/2006/relationships/notesMaster" Target="../notesMasters/notesMaster1.xml" /></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 /><Relationship Id="rId1" Type="http://schemas.openxmlformats.org/officeDocument/2006/relationships/notesMaster" Target="../notesMasters/notesMaster1.xml" /></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 /><Relationship Id="rId1" Type="http://schemas.openxmlformats.org/officeDocument/2006/relationships/notesMaster" Target="../notesMasters/notesMaster1.xml" /></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 /><Relationship Id="rId1" Type="http://schemas.openxmlformats.org/officeDocument/2006/relationships/notesMaster" Target="../notesMasters/notesMaster1.xml" /></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 /><Relationship Id="rId1" Type="http://schemas.openxmlformats.org/officeDocument/2006/relationships/notesMaster" Target="../notesMasters/notesMaster1.xml" /></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6" name="Google Shape;86;p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
        <p:cNvGrpSpPr/>
        <p:nvPr/>
      </p:nvGrpSpPr>
      <p:grpSpPr>
        <a:xfrm>
          <a:off x="0" y="0"/>
          <a:ext cx="0" cy="0"/>
          <a:chOff x="0" y="0"/>
          <a:chExt cx="0" cy="0"/>
        </a:xfrm>
      </p:grpSpPr>
      <p:sp>
        <p:nvSpPr>
          <p:cNvPr id="94" name="Google Shape;94;p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5" name="Google Shape;95;p2: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
        <p:cNvGrpSpPr/>
        <p:nvPr/>
      </p:nvGrpSpPr>
      <p:grpSpPr>
        <a:xfrm>
          <a:off x="0" y="0"/>
          <a:ext cx="0" cy="0"/>
          <a:chOff x="0" y="0"/>
          <a:chExt cx="0" cy="0"/>
        </a:xfrm>
      </p:grpSpPr>
      <p:sp>
        <p:nvSpPr>
          <p:cNvPr id="103" name="Google Shape;103;p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4" name="Google Shape;104;p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
        <p:cNvGrpSpPr/>
        <p:nvPr/>
      </p:nvGrpSpPr>
      <p:grpSpPr>
        <a:xfrm>
          <a:off x="0" y="0"/>
          <a:ext cx="0" cy="0"/>
          <a:chOff x="0" y="0"/>
          <a:chExt cx="0" cy="0"/>
        </a:xfrm>
      </p:grpSpPr>
      <p:sp>
        <p:nvSpPr>
          <p:cNvPr id="112" name="Google Shape;112;p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3" name="Google Shape;113;p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0"/>
        <p:cNvGrpSpPr/>
        <p:nvPr/>
      </p:nvGrpSpPr>
      <p:grpSpPr>
        <a:xfrm>
          <a:off x="0" y="0"/>
          <a:ext cx="0" cy="0"/>
          <a:chOff x="0" y="0"/>
          <a:chExt cx="0" cy="0"/>
        </a:xfrm>
      </p:grpSpPr>
      <p:sp>
        <p:nvSpPr>
          <p:cNvPr id="121" name="Google Shape;121;p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22" name="Google Shape;122;p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p:cNvGrpSpPr/>
        <p:nvPr/>
      </p:nvGrpSpPr>
      <p:grpSpPr>
        <a:xfrm>
          <a:off x="0" y="0"/>
          <a:ext cx="0" cy="0"/>
          <a:chOff x="0" y="0"/>
          <a:chExt cx="0" cy="0"/>
        </a:xfrm>
      </p:grpSpPr>
      <p:sp>
        <p:nvSpPr>
          <p:cNvPr id="130" name="Google Shape;130;p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31" name="Google Shape;131;p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8"/>
        <p:cNvGrpSpPr/>
        <p:nvPr/>
      </p:nvGrpSpPr>
      <p:grpSpPr>
        <a:xfrm>
          <a:off x="0" y="0"/>
          <a:ext cx="0" cy="0"/>
          <a:chOff x="0" y="0"/>
          <a:chExt cx="0" cy="0"/>
        </a:xfrm>
      </p:grpSpPr>
      <p:sp>
        <p:nvSpPr>
          <p:cNvPr id="139" name="Google Shape;139;p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40" name="Google Shape;140;p7: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7"/>
        <p:cNvGrpSpPr/>
        <p:nvPr/>
      </p:nvGrpSpPr>
      <p:grpSpPr>
        <a:xfrm>
          <a:off x="0" y="0"/>
          <a:ext cx="0" cy="0"/>
          <a:chOff x="0" y="0"/>
          <a:chExt cx="0" cy="0"/>
        </a:xfrm>
      </p:grpSpPr>
      <p:sp>
        <p:nvSpPr>
          <p:cNvPr id="148" name="Google Shape;148;p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49" name="Google Shape;149;p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8"/>
        <p:cNvGrpSpPr/>
        <p:nvPr/>
      </p:nvGrpSpPr>
      <p:grpSpPr>
        <a:xfrm>
          <a:off x="0" y="0"/>
          <a:ext cx="0" cy="0"/>
          <a:chOff x="0" y="0"/>
          <a:chExt cx="0" cy="0"/>
        </a:xfrm>
      </p:grpSpPr>
      <p:sp>
        <p:nvSpPr>
          <p:cNvPr id="159" name="Google Shape;159;p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60" name="Google Shape;160;p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7"/>
        <p:cNvGrpSpPr/>
        <p:nvPr/>
      </p:nvGrpSpPr>
      <p:grpSpPr>
        <a:xfrm>
          <a:off x="0" y="0"/>
          <a:ext cx="0" cy="0"/>
          <a:chOff x="0" y="0"/>
          <a:chExt cx="0" cy="0"/>
        </a:xfrm>
      </p:grpSpPr>
      <p:sp>
        <p:nvSpPr>
          <p:cNvPr id="168" name="Google Shape;168;p1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69" name="Google Shape;169;p1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6"/>
        <p:cNvGrpSpPr/>
        <p:nvPr/>
      </p:nvGrpSpPr>
      <p:grpSpPr>
        <a:xfrm>
          <a:off x="0" y="0"/>
          <a:ext cx="0" cy="0"/>
          <a:chOff x="0" y="0"/>
          <a:chExt cx="0" cy="0"/>
        </a:xfrm>
      </p:grpSpPr>
      <p:sp>
        <p:nvSpPr>
          <p:cNvPr id="177" name="Google Shape;177;p1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78" name="Google Shape;178;p1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5"/>
        <p:cNvGrpSpPr/>
        <p:nvPr/>
      </p:nvGrpSpPr>
      <p:grpSpPr>
        <a:xfrm>
          <a:off x="0" y="0"/>
          <a:ext cx="0" cy="0"/>
          <a:chOff x="0" y="0"/>
          <a:chExt cx="0" cy="0"/>
        </a:xfrm>
      </p:grpSpPr>
      <p:sp>
        <p:nvSpPr>
          <p:cNvPr id="186" name="Google Shape;186;p1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87" name="Google Shape;187;p12: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4"/>
        <p:cNvGrpSpPr/>
        <p:nvPr/>
      </p:nvGrpSpPr>
      <p:grpSpPr>
        <a:xfrm>
          <a:off x="0" y="0"/>
          <a:ext cx="0" cy="0"/>
          <a:chOff x="0" y="0"/>
          <a:chExt cx="0" cy="0"/>
        </a:xfrm>
      </p:grpSpPr>
      <p:sp>
        <p:nvSpPr>
          <p:cNvPr id="195" name="Google Shape;195;p1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96" name="Google Shape;196;p1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3"/>
        <p:cNvGrpSpPr/>
        <p:nvPr/>
      </p:nvGrpSpPr>
      <p:grpSpPr>
        <a:xfrm>
          <a:off x="0" y="0"/>
          <a:ext cx="0" cy="0"/>
          <a:chOff x="0" y="0"/>
          <a:chExt cx="0" cy="0"/>
        </a:xfrm>
      </p:grpSpPr>
      <p:sp>
        <p:nvSpPr>
          <p:cNvPr id="204" name="Google Shape;204;p1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05" name="Google Shape;205;p1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4"/>
        <p:cNvGrpSpPr/>
        <p:nvPr/>
      </p:nvGrpSpPr>
      <p:grpSpPr>
        <a:xfrm>
          <a:off x="0" y="0"/>
          <a:ext cx="0" cy="0"/>
          <a:chOff x="0" y="0"/>
          <a:chExt cx="0" cy="0"/>
        </a:xfrm>
      </p:grpSpPr>
      <p:sp>
        <p:nvSpPr>
          <p:cNvPr id="215" name="Google Shape;215;p1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16" name="Google Shape;216;p1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
        <p:cNvGrpSpPr/>
        <p:nvPr/>
      </p:nvGrpSpPr>
      <p:grpSpPr>
        <a:xfrm>
          <a:off x="0" y="0"/>
          <a:ext cx="0" cy="0"/>
          <a:chOff x="0" y="0"/>
          <a:chExt cx="0" cy="0"/>
        </a:xfrm>
      </p:grpSpPr>
      <p:sp>
        <p:nvSpPr>
          <p:cNvPr id="16" name="Google Shape;16;p17"/>
          <p:cNvSpPr txBox="1">
            <a:spLocks noGrp="1"/>
          </p:cNvSpPr>
          <p:nvPr>
            <p:ph type="ctrTitle"/>
          </p:nvPr>
        </p:nvSpPr>
        <p:spPr>
          <a:xfrm>
            <a:off x="685800" y="2130425"/>
            <a:ext cx="7772400" cy="1470025"/>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 name="Google Shape;17;p17"/>
          <p:cNvSpPr txBox="1">
            <a:spLocks noGrp="1"/>
          </p:cNvSpPr>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rmAutofit/>
          </a:bodyPr>
          <a:lstStyle>
            <a:lvl1pPr lvl="0" algn="ctr">
              <a:lnSpc>
                <a:spcPct val="100000"/>
              </a:lnSpc>
              <a:spcBef>
                <a:spcPts val="640"/>
              </a:spcBef>
              <a:spcAft>
                <a:spcPts val="0"/>
              </a:spcAft>
              <a:buClr>
                <a:srgbClr val="888888"/>
              </a:buClr>
              <a:buSzPts val="3200"/>
              <a:buNone/>
              <a:defRPr>
                <a:solidFill>
                  <a:srgbClr val="888888"/>
                </a:solidFill>
              </a:defRPr>
            </a:lvl1pPr>
            <a:lvl2pPr lvl="1" algn="ctr">
              <a:lnSpc>
                <a:spcPct val="100000"/>
              </a:lnSpc>
              <a:spcBef>
                <a:spcPts val="560"/>
              </a:spcBef>
              <a:spcAft>
                <a:spcPts val="0"/>
              </a:spcAft>
              <a:buClr>
                <a:srgbClr val="888888"/>
              </a:buClr>
              <a:buSzPts val="2800"/>
              <a:buNone/>
              <a:defRPr>
                <a:solidFill>
                  <a:srgbClr val="888888"/>
                </a:solidFill>
              </a:defRPr>
            </a:lvl2pPr>
            <a:lvl3pPr lvl="2" algn="ctr">
              <a:lnSpc>
                <a:spcPct val="100000"/>
              </a:lnSpc>
              <a:spcBef>
                <a:spcPts val="480"/>
              </a:spcBef>
              <a:spcAft>
                <a:spcPts val="0"/>
              </a:spcAft>
              <a:buClr>
                <a:srgbClr val="888888"/>
              </a:buClr>
              <a:buSzPts val="2400"/>
              <a:buNone/>
              <a:defRPr>
                <a:solidFill>
                  <a:srgbClr val="888888"/>
                </a:solidFill>
              </a:defRPr>
            </a:lvl3pPr>
            <a:lvl4pPr lvl="3" algn="ctr">
              <a:lnSpc>
                <a:spcPct val="100000"/>
              </a:lnSpc>
              <a:spcBef>
                <a:spcPts val="400"/>
              </a:spcBef>
              <a:spcAft>
                <a:spcPts val="0"/>
              </a:spcAft>
              <a:buClr>
                <a:srgbClr val="888888"/>
              </a:buClr>
              <a:buSzPts val="2000"/>
              <a:buNone/>
              <a:defRPr>
                <a:solidFill>
                  <a:srgbClr val="888888"/>
                </a:solidFill>
              </a:defRPr>
            </a:lvl4pPr>
            <a:lvl5pPr lvl="4" algn="ctr">
              <a:lnSpc>
                <a:spcPct val="100000"/>
              </a:lnSpc>
              <a:spcBef>
                <a:spcPts val="400"/>
              </a:spcBef>
              <a:spcAft>
                <a:spcPts val="0"/>
              </a:spcAft>
              <a:buClr>
                <a:srgbClr val="888888"/>
              </a:buClr>
              <a:buSzPts val="2000"/>
              <a:buNone/>
              <a:defRPr>
                <a:solidFill>
                  <a:srgbClr val="888888"/>
                </a:solidFill>
              </a:defRPr>
            </a:lvl5pPr>
            <a:lvl6pPr lvl="5" algn="ctr">
              <a:lnSpc>
                <a:spcPct val="100000"/>
              </a:lnSpc>
              <a:spcBef>
                <a:spcPts val="400"/>
              </a:spcBef>
              <a:spcAft>
                <a:spcPts val="0"/>
              </a:spcAft>
              <a:buClr>
                <a:srgbClr val="888888"/>
              </a:buClr>
              <a:buSzPts val="2000"/>
              <a:buNone/>
              <a:defRPr>
                <a:solidFill>
                  <a:srgbClr val="888888"/>
                </a:solidFill>
              </a:defRPr>
            </a:lvl6pPr>
            <a:lvl7pPr lvl="6" algn="ctr">
              <a:lnSpc>
                <a:spcPct val="100000"/>
              </a:lnSpc>
              <a:spcBef>
                <a:spcPts val="400"/>
              </a:spcBef>
              <a:spcAft>
                <a:spcPts val="0"/>
              </a:spcAft>
              <a:buClr>
                <a:srgbClr val="888888"/>
              </a:buClr>
              <a:buSzPts val="2000"/>
              <a:buNone/>
              <a:defRPr>
                <a:solidFill>
                  <a:srgbClr val="888888"/>
                </a:solidFill>
              </a:defRPr>
            </a:lvl7pPr>
            <a:lvl8pPr lvl="7" algn="ctr">
              <a:lnSpc>
                <a:spcPct val="100000"/>
              </a:lnSpc>
              <a:spcBef>
                <a:spcPts val="400"/>
              </a:spcBef>
              <a:spcAft>
                <a:spcPts val="0"/>
              </a:spcAft>
              <a:buClr>
                <a:srgbClr val="888888"/>
              </a:buClr>
              <a:buSzPts val="2000"/>
              <a:buNone/>
              <a:defRPr>
                <a:solidFill>
                  <a:srgbClr val="888888"/>
                </a:solidFill>
              </a:defRPr>
            </a:lvl8pPr>
            <a:lvl9pPr lvl="8" algn="ctr">
              <a:lnSpc>
                <a:spcPct val="100000"/>
              </a:lnSpc>
              <a:spcBef>
                <a:spcPts val="400"/>
              </a:spcBef>
              <a:spcAft>
                <a:spcPts val="0"/>
              </a:spcAft>
              <a:buClr>
                <a:srgbClr val="888888"/>
              </a:buClr>
              <a:buSzPts val="2000"/>
              <a:buNone/>
              <a:defRPr>
                <a:solidFill>
                  <a:srgbClr val="888888"/>
                </a:solidFill>
              </a:defRPr>
            </a:lvl9pPr>
          </a:lstStyle>
          <a:p>
            <a:endParaRPr/>
          </a:p>
        </p:txBody>
      </p:sp>
      <p:sp>
        <p:nvSpPr>
          <p:cNvPr id="18" name="Google Shape;18;p1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 name="Google Shape;19;p1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0" name="Google Shape;20;p1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1"/>
        <p:cNvGrpSpPr/>
        <p:nvPr/>
      </p:nvGrpSpPr>
      <p:grpSpPr>
        <a:xfrm>
          <a:off x="0" y="0"/>
          <a:ext cx="0" cy="0"/>
          <a:chOff x="0" y="0"/>
          <a:chExt cx="0" cy="0"/>
        </a:xfrm>
      </p:grpSpPr>
      <p:sp>
        <p:nvSpPr>
          <p:cNvPr id="22" name="Google Shape;22;p18"/>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 name="Google Shape;23;p18"/>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lvl="0" indent="-342900" algn="l">
              <a:lnSpc>
                <a:spcPct val="100000"/>
              </a:lnSpc>
              <a:spcBef>
                <a:spcPts val="360"/>
              </a:spcBef>
              <a:spcAft>
                <a:spcPts val="0"/>
              </a:spcAft>
              <a:buClr>
                <a:schemeClr val="dk1"/>
              </a:buClr>
              <a:buSzPts val="1800"/>
              <a:buChar char="•"/>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24" name="Google Shape;24;p1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5" name="Google Shape;25;p1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6" name="Google Shape;26;p1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7"/>
        <p:cNvGrpSpPr/>
        <p:nvPr/>
      </p:nvGrpSpPr>
      <p:grpSpPr>
        <a:xfrm>
          <a:off x="0" y="0"/>
          <a:ext cx="0" cy="0"/>
          <a:chOff x="0" y="0"/>
          <a:chExt cx="0" cy="0"/>
        </a:xfrm>
      </p:grpSpPr>
      <p:sp>
        <p:nvSpPr>
          <p:cNvPr id="28" name="Google Shape;28;p19"/>
          <p:cNvSpPr txBox="1">
            <a:spLocks noGrp="1"/>
          </p:cNvSpPr>
          <p:nvPr>
            <p:ph type="title"/>
          </p:nvPr>
        </p:nvSpPr>
        <p:spPr>
          <a:xfrm>
            <a:off x="722313" y="4406900"/>
            <a:ext cx="7772400" cy="1362075"/>
          </a:xfrm>
          <a:prstGeom prst="rect">
            <a:avLst/>
          </a:prstGeom>
          <a:noFill/>
          <a:ln>
            <a:noFill/>
          </a:ln>
        </p:spPr>
        <p:txBody>
          <a:bodyPr spcFirstLastPara="1" wrap="square" lIns="91425" tIns="45700" rIns="91425" bIns="45700" anchor="t" anchorCtr="0">
            <a:normAutofit/>
          </a:bodyPr>
          <a:lstStyle>
            <a:lvl1pPr lvl="0" algn="l">
              <a:lnSpc>
                <a:spcPct val="100000"/>
              </a:lnSpc>
              <a:spcBef>
                <a:spcPts val="0"/>
              </a:spcBef>
              <a:spcAft>
                <a:spcPts val="0"/>
              </a:spcAft>
              <a:buClr>
                <a:schemeClr val="dk1"/>
              </a:buClr>
              <a:buSzPts val="4000"/>
              <a:buFont typeface="Calibri"/>
              <a:buNone/>
              <a:defRPr sz="4000" b="1"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9" name="Google Shape;29;p19"/>
          <p:cNvSpPr txBox="1">
            <a:spLocks noGrp="1"/>
          </p:cNvSpPr>
          <p:nvPr>
            <p:ph type="body" idx="1"/>
          </p:nvPr>
        </p:nvSpPr>
        <p:spPr>
          <a:xfrm>
            <a:off x="722313" y="2906713"/>
            <a:ext cx="7772400" cy="1500187"/>
          </a:xfrm>
          <a:prstGeom prst="rect">
            <a:avLst/>
          </a:prstGeom>
          <a:noFill/>
          <a:ln>
            <a:noFill/>
          </a:ln>
        </p:spPr>
        <p:txBody>
          <a:bodyPr spcFirstLastPara="1" wrap="square" lIns="91425" tIns="45700" rIns="91425" bIns="45700" anchor="b" anchorCtr="0">
            <a:normAutofit/>
          </a:bodyPr>
          <a:lstStyle>
            <a:lvl1pPr marL="457200" lvl="0" indent="-228600" algn="l">
              <a:lnSpc>
                <a:spcPct val="100000"/>
              </a:lnSpc>
              <a:spcBef>
                <a:spcPts val="400"/>
              </a:spcBef>
              <a:spcAft>
                <a:spcPts val="0"/>
              </a:spcAft>
              <a:buClr>
                <a:srgbClr val="888888"/>
              </a:buClr>
              <a:buSzPts val="2000"/>
              <a:buNone/>
              <a:defRPr sz="2000">
                <a:solidFill>
                  <a:srgbClr val="888888"/>
                </a:solidFill>
              </a:defRPr>
            </a:lvl1pPr>
            <a:lvl2pPr marL="914400" lvl="1" indent="-228600" algn="l">
              <a:lnSpc>
                <a:spcPct val="100000"/>
              </a:lnSpc>
              <a:spcBef>
                <a:spcPts val="360"/>
              </a:spcBef>
              <a:spcAft>
                <a:spcPts val="0"/>
              </a:spcAft>
              <a:buClr>
                <a:srgbClr val="888888"/>
              </a:buClr>
              <a:buSzPts val="1800"/>
              <a:buNone/>
              <a:defRPr sz="1800">
                <a:solidFill>
                  <a:srgbClr val="888888"/>
                </a:solidFill>
              </a:defRPr>
            </a:lvl2pPr>
            <a:lvl3pPr marL="1371600" lvl="2" indent="-228600" algn="l">
              <a:lnSpc>
                <a:spcPct val="100000"/>
              </a:lnSpc>
              <a:spcBef>
                <a:spcPts val="320"/>
              </a:spcBef>
              <a:spcAft>
                <a:spcPts val="0"/>
              </a:spcAft>
              <a:buClr>
                <a:srgbClr val="888888"/>
              </a:buClr>
              <a:buSzPts val="1600"/>
              <a:buNone/>
              <a:defRPr sz="1600">
                <a:solidFill>
                  <a:srgbClr val="888888"/>
                </a:solidFill>
              </a:defRPr>
            </a:lvl3pPr>
            <a:lvl4pPr marL="1828800" lvl="3" indent="-228600" algn="l">
              <a:lnSpc>
                <a:spcPct val="100000"/>
              </a:lnSpc>
              <a:spcBef>
                <a:spcPts val="280"/>
              </a:spcBef>
              <a:spcAft>
                <a:spcPts val="0"/>
              </a:spcAft>
              <a:buClr>
                <a:srgbClr val="888888"/>
              </a:buClr>
              <a:buSzPts val="1400"/>
              <a:buNone/>
              <a:defRPr sz="1400">
                <a:solidFill>
                  <a:srgbClr val="888888"/>
                </a:solidFill>
              </a:defRPr>
            </a:lvl4pPr>
            <a:lvl5pPr marL="2286000" lvl="4" indent="-228600" algn="l">
              <a:lnSpc>
                <a:spcPct val="100000"/>
              </a:lnSpc>
              <a:spcBef>
                <a:spcPts val="280"/>
              </a:spcBef>
              <a:spcAft>
                <a:spcPts val="0"/>
              </a:spcAft>
              <a:buClr>
                <a:srgbClr val="888888"/>
              </a:buClr>
              <a:buSzPts val="1400"/>
              <a:buNone/>
              <a:defRPr sz="1400">
                <a:solidFill>
                  <a:srgbClr val="888888"/>
                </a:solidFill>
              </a:defRPr>
            </a:lvl5pPr>
            <a:lvl6pPr marL="2743200" lvl="5" indent="-228600" algn="l">
              <a:lnSpc>
                <a:spcPct val="100000"/>
              </a:lnSpc>
              <a:spcBef>
                <a:spcPts val="280"/>
              </a:spcBef>
              <a:spcAft>
                <a:spcPts val="0"/>
              </a:spcAft>
              <a:buClr>
                <a:srgbClr val="888888"/>
              </a:buClr>
              <a:buSzPts val="1400"/>
              <a:buNone/>
              <a:defRPr sz="1400">
                <a:solidFill>
                  <a:srgbClr val="888888"/>
                </a:solidFill>
              </a:defRPr>
            </a:lvl6pPr>
            <a:lvl7pPr marL="3200400" lvl="6" indent="-228600" algn="l">
              <a:lnSpc>
                <a:spcPct val="100000"/>
              </a:lnSpc>
              <a:spcBef>
                <a:spcPts val="280"/>
              </a:spcBef>
              <a:spcAft>
                <a:spcPts val="0"/>
              </a:spcAft>
              <a:buClr>
                <a:srgbClr val="888888"/>
              </a:buClr>
              <a:buSzPts val="1400"/>
              <a:buNone/>
              <a:defRPr sz="1400">
                <a:solidFill>
                  <a:srgbClr val="888888"/>
                </a:solidFill>
              </a:defRPr>
            </a:lvl7pPr>
            <a:lvl8pPr marL="3657600" lvl="7" indent="-228600" algn="l">
              <a:lnSpc>
                <a:spcPct val="100000"/>
              </a:lnSpc>
              <a:spcBef>
                <a:spcPts val="280"/>
              </a:spcBef>
              <a:spcAft>
                <a:spcPts val="0"/>
              </a:spcAft>
              <a:buClr>
                <a:srgbClr val="888888"/>
              </a:buClr>
              <a:buSzPts val="1400"/>
              <a:buNone/>
              <a:defRPr sz="1400">
                <a:solidFill>
                  <a:srgbClr val="888888"/>
                </a:solidFill>
              </a:defRPr>
            </a:lvl8pPr>
            <a:lvl9pPr marL="4114800" lvl="8" indent="-228600" algn="l">
              <a:lnSpc>
                <a:spcPct val="100000"/>
              </a:lnSpc>
              <a:spcBef>
                <a:spcPts val="280"/>
              </a:spcBef>
              <a:spcAft>
                <a:spcPts val="0"/>
              </a:spcAft>
              <a:buClr>
                <a:srgbClr val="888888"/>
              </a:buClr>
              <a:buSzPts val="1400"/>
              <a:buNone/>
              <a:defRPr sz="1400">
                <a:solidFill>
                  <a:srgbClr val="888888"/>
                </a:solidFill>
              </a:defRPr>
            </a:lvl9pPr>
          </a:lstStyle>
          <a:p>
            <a:endParaRPr/>
          </a:p>
        </p:txBody>
      </p:sp>
      <p:sp>
        <p:nvSpPr>
          <p:cNvPr id="30" name="Google Shape;30;p1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1" name="Google Shape;31;p1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2" name="Google Shape;32;p1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3"/>
        <p:cNvGrpSpPr/>
        <p:nvPr/>
      </p:nvGrpSpPr>
      <p:grpSpPr>
        <a:xfrm>
          <a:off x="0" y="0"/>
          <a:ext cx="0" cy="0"/>
          <a:chOff x="0" y="0"/>
          <a:chExt cx="0" cy="0"/>
        </a:xfrm>
      </p:grpSpPr>
      <p:sp>
        <p:nvSpPr>
          <p:cNvPr id="34" name="Google Shape;34;p20"/>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5" name="Google Shape;35;p20"/>
          <p:cNvSpPr txBox="1">
            <a:spLocks noGrp="1"/>
          </p:cNvSpPr>
          <p:nvPr>
            <p:ph type="body" idx="1"/>
          </p:nvPr>
        </p:nvSpPr>
        <p:spPr>
          <a:xfrm>
            <a:off x="457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lnSpc>
                <a:spcPct val="100000"/>
              </a:lnSpc>
              <a:spcBef>
                <a:spcPts val="560"/>
              </a:spcBef>
              <a:spcAft>
                <a:spcPts val="0"/>
              </a:spcAft>
              <a:buClr>
                <a:schemeClr val="dk1"/>
              </a:buClr>
              <a:buSzPts val="2800"/>
              <a:buChar char="•"/>
              <a:defRPr sz="2800"/>
            </a:lvl1pPr>
            <a:lvl2pPr marL="914400" lvl="1" indent="-381000" algn="l">
              <a:lnSpc>
                <a:spcPct val="100000"/>
              </a:lnSpc>
              <a:spcBef>
                <a:spcPts val="480"/>
              </a:spcBef>
              <a:spcAft>
                <a:spcPts val="0"/>
              </a:spcAft>
              <a:buClr>
                <a:schemeClr val="dk1"/>
              </a:buClr>
              <a:buSzPts val="2400"/>
              <a:buChar char="–"/>
              <a:defRPr sz="2400"/>
            </a:lvl2pPr>
            <a:lvl3pPr marL="1371600" lvl="2" indent="-355600" algn="l">
              <a:lnSpc>
                <a:spcPct val="100000"/>
              </a:lnSpc>
              <a:spcBef>
                <a:spcPts val="400"/>
              </a:spcBef>
              <a:spcAft>
                <a:spcPts val="0"/>
              </a:spcAft>
              <a:buClr>
                <a:schemeClr val="dk1"/>
              </a:buClr>
              <a:buSzPts val="2000"/>
              <a:buChar char="•"/>
              <a:defRPr sz="2000"/>
            </a:lvl3pPr>
            <a:lvl4pPr marL="1828800" lvl="3" indent="-342900" algn="l">
              <a:lnSpc>
                <a:spcPct val="100000"/>
              </a:lnSpc>
              <a:spcBef>
                <a:spcPts val="360"/>
              </a:spcBef>
              <a:spcAft>
                <a:spcPts val="0"/>
              </a:spcAft>
              <a:buClr>
                <a:schemeClr val="dk1"/>
              </a:buClr>
              <a:buSzPts val="1800"/>
              <a:buChar char="–"/>
              <a:defRPr sz="1800"/>
            </a:lvl4pPr>
            <a:lvl5pPr marL="2286000" lvl="4" indent="-342900" algn="l">
              <a:lnSpc>
                <a:spcPct val="100000"/>
              </a:lnSpc>
              <a:spcBef>
                <a:spcPts val="360"/>
              </a:spcBef>
              <a:spcAft>
                <a:spcPts val="0"/>
              </a:spcAft>
              <a:buClr>
                <a:schemeClr val="dk1"/>
              </a:buClr>
              <a:buSzPts val="1800"/>
              <a:buChar char="»"/>
              <a:defRPr sz="1800"/>
            </a:lvl5pPr>
            <a:lvl6pPr marL="2743200" lvl="5" indent="-342900" algn="l">
              <a:lnSpc>
                <a:spcPct val="100000"/>
              </a:lnSpc>
              <a:spcBef>
                <a:spcPts val="360"/>
              </a:spcBef>
              <a:spcAft>
                <a:spcPts val="0"/>
              </a:spcAft>
              <a:buClr>
                <a:schemeClr val="dk1"/>
              </a:buClr>
              <a:buSzPts val="1800"/>
              <a:buChar char="•"/>
              <a:defRPr sz="1800"/>
            </a:lvl6pPr>
            <a:lvl7pPr marL="3200400" lvl="6" indent="-342900" algn="l">
              <a:lnSpc>
                <a:spcPct val="100000"/>
              </a:lnSpc>
              <a:spcBef>
                <a:spcPts val="360"/>
              </a:spcBef>
              <a:spcAft>
                <a:spcPts val="0"/>
              </a:spcAft>
              <a:buClr>
                <a:schemeClr val="dk1"/>
              </a:buClr>
              <a:buSzPts val="1800"/>
              <a:buChar char="•"/>
              <a:defRPr sz="1800"/>
            </a:lvl7pPr>
            <a:lvl8pPr marL="3657600" lvl="7" indent="-342900" algn="l">
              <a:lnSpc>
                <a:spcPct val="100000"/>
              </a:lnSpc>
              <a:spcBef>
                <a:spcPts val="360"/>
              </a:spcBef>
              <a:spcAft>
                <a:spcPts val="0"/>
              </a:spcAft>
              <a:buClr>
                <a:schemeClr val="dk1"/>
              </a:buClr>
              <a:buSzPts val="1800"/>
              <a:buChar char="•"/>
              <a:defRPr sz="1800"/>
            </a:lvl8pPr>
            <a:lvl9pPr marL="4114800" lvl="8" indent="-342900" algn="l">
              <a:lnSpc>
                <a:spcPct val="100000"/>
              </a:lnSpc>
              <a:spcBef>
                <a:spcPts val="360"/>
              </a:spcBef>
              <a:spcAft>
                <a:spcPts val="0"/>
              </a:spcAft>
              <a:buClr>
                <a:schemeClr val="dk1"/>
              </a:buClr>
              <a:buSzPts val="1800"/>
              <a:buChar char="•"/>
              <a:defRPr sz="1800"/>
            </a:lvl9pPr>
          </a:lstStyle>
          <a:p>
            <a:endParaRPr/>
          </a:p>
        </p:txBody>
      </p:sp>
      <p:sp>
        <p:nvSpPr>
          <p:cNvPr id="36" name="Google Shape;36;p20"/>
          <p:cNvSpPr txBox="1">
            <a:spLocks noGrp="1"/>
          </p:cNvSpPr>
          <p:nvPr>
            <p:ph type="body" idx="2"/>
          </p:nvPr>
        </p:nvSpPr>
        <p:spPr>
          <a:xfrm>
            <a:off x="4648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lnSpc>
                <a:spcPct val="100000"/>
              </a:lnSpc>
              <a:spcBef>
                <a:spcPts val="560"/>
              </a:spcBef>
              <a:spcAft>
                <a:spcPts val="0"/>
              </a:spcAft>
              <a:buClr>
                <a:schemeClr val="dk1"/>
              </a:buClr>
              <a:buSzPts val="2800"/>
              <a:buChar char="•"/>
              <a:defRPr sz="2800"/>
            </a:lvl1pPr>
            <a:lvl2pPr marL="914400" lvl="1" indent="-381000" algn="l">
              <a:lnSpc>
                <a:spcPct val="100000"/>
              </a:lnSpc>
              <a:spcBef>
                <a:spcPts val="480"/>
              </a:spcBef>
              <a:spcAft>
                <a:spcPts val="0"/>
              </a:spcAft>
              <a:buClr>
                <a:schemeClr val="dk1"/>
              </a:buClr>
              <a:buSzPts val="2400"/>
              <a:buChar char="–"/>
              <a:defRPr sz="2400"/>
            </a:lvl2pPr>
            <a:lvl3pPr marL="1371600" lvl="2" indent="-355600" algn="l">
              <a:lnSpc>
                <a:spcPct val="100000"/>
              </a:lnSpc>
              <a:spcBef>
                <a:spcPts val="400"/>
              </a:spcBef>
              <a:spcAft>
                <a:spcPts val="0"/>
              </a:spcAft>
              <a:buClr>
                <a:schemeClr val="dk1"/>
              </a:buClr>
              <a:buSzPts val="2000"/>
              <a:buChar char="•"/>
              <a:defRPr sz="2000"/>
            </a:lvl3pPr>
            <a:lvl4pPr marL="1828800" lvl="3" indent="-342900" algn="l">
              <a:lnSpc>
                <a:spcPct val="100000"/>
              </a:lnSpc>
              <a:spcBef>
                <a:spcPts val="360"/>
              </a:spcBef>
              <a:spcAft>
                <a:spcPts val="0"/>
              </a:spcAft>
              <a:buClr>
                <a:schemeClr val="dk1"/>
              </a:buClr>
              <a:buSzPts val="1800"/>
              <a:buChar char="–"/>
              <a:defRPr sz="1800"/>
            </a:lvl4pPr>
            <a:lvl5pPr marL="2286000" lvl="4" indent="-342900" algn="l">
              <a:lnSpc>
                <a:spcPct val="100000"/>
              </a:lnSpc>
              <a:spcBef>
                <a:spcPts val="360"/>
              </a:spcBef>
              <a:spcAft>
                <a:spcPts val="0"/>
              </a:spcAft>
              <a:buClr>
                <a:schemeClr val="dk1"/>
              </a:buClr>
              <a:buSzPts val="1800"/>
              <a:buChar char="»"/>
              <a:defRPr sz="1800"/>
            </a:lvl5pPr>
            <a:lvl6pPr marL="2743200" lvl="5" indent="-342900" algn="l">
              <a:lnSpc>
                <a:spcPct val="100000"/>
              </a:lnSpc>
              <a:spcBef>
                <a:spcPts val="360"/>
              </a:spcBef>
              <a:spcAft>
                <a:spcPts val="0"/>
              </a:spcAft>
              <a:buClr>
                <a:schemeClr val="dk1"/>
              </a:buClr>
              <a:buSzPts val="1800"/>
              <a:buChar char="•"/>
              <a:defRPr sz="1800"/>
            </a:lvl6pPr>
            <a:lvl7pPr marL="3200400" lvl="6" indent="-342900" algn="l">
              <a:lnSpc>
                <a:spcPct val="100000"/>
              </a:lnSpc>
              <a:spcBef>
                <a:spcPts val="360"/>
              </a:spcBef>
              <a:spcAft>
                <a:spcPts val="0"/>
              </a:spcAft>
              <a:buClr>
                <a:schemeClr val="dk1"/>
              </a:buClr>
              <a:buSzPts val="1800"/>
              <a:buChar char="•"/>
              <a:defRPr sz="1800"/>
            </a:lvl7pPr>
            <a:lvl8pPr marL="3657600" lvl="7" indent="-342900" algn="l">
              <a:lnSpc>
                <a:spcPct val="100000"/>
              </a:lnSpc>
              <a:spcBef>
                <a:spcPts val="360"/>
              </a:spcBef>
              <a:spcAft>
                <a:spcPts val="0"/>
              </a:spcAft>
              <a:buClr>
                <a:schemeClr val="dk1"/>
              </a:buClr>
              <a:buSzPts val="1800"/>
              <a:buChar char="•"/>
              <a:defRPr sz="1800"/>
            </a:lvl8pPr>
            <a:lvl9pPr marL="4114800" lvl="8" indent="-342900" algn="l">
              <a:lnSpc>
                <a:spcPct val="100000"/>
              </a:lnSpc>
              <a:spcBef>
                <a:spcPts val="360"/>
              </a:spcBef>
              <a:spcAft>
                <a:spcPts val="0"/>
              </a:spcAft>
              <a:buClr>
                <a:schemeClr val="dk1"/>
              </a:buClr>
              <a:buSzPts val="1800"/>
              <a:buChar char="•"/>
              <a:defRPr sz="1800"/>
            </a:lvl9pPr>
          </a:lstStyle>
          <a:p>
            <a:endParaRPr/>
          </a:p>
        </p:txBody>
      </p:sp>
      <p:sp>
        <p:nvSpPr>
          <p:cNvPr id="37" name="Google Shape;37;p2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2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9" name="Google Shape;39;p2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0"/>
        <p:cNvGrpSpPr/>
        <p:nvPr/>
      </p:nvGrpSpPr>
      <p:grpSpPr>
        <a:xfrm>
          <a:off x="0" y="0"/>
          <a:ext cx="0" cy="0"/>
          <a:chOff x="0" y="0"/>
          <a:chExt cx="0" cy="0"/>
        </a:xfrm>
      </p:grpSpPr>
      <p:sp>
        <p:nvSpPr>
          <p:cNvPr id="41" name="Google Shape;41;p2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4400"/>
              <a:buFont typeface="Calibri"/>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2" name="Google Shape;42;p21"/>
          <p:cNvSpPr txBox="1">
            <a:spLocks noGrp="1"/>
          </p:cNvSpPr>
          <p:nvPr>
            <p:ph type="body" idx="1"/>
          </p:nvPr>
        </p:nvSpPr>
        <p:spPr>
          <a:xfrm>
            <a:off x="457200" y="1535113"/>
            <a:ext cx="4040188" cy="639762"/>
          </a:xfrm>
          <a:prstGeom prst="rect">
            <a:avLst/>
          </a:prstGeom>
          <a:noFill/>
          <a:ln>
            <a:noFill/>
          </a:ln>
        </p:spPr>
        <p:txBody>
          <a:bodyPr spcFirstLastPara="1" wrap="square" lIns="91425" tIns="45700" rIns="91425" bIns="45700" anchor="b" anchorCtr="0">
            <a:normAutofit/>
          </a:bodyPr>
          <a:lstStyle>
            <a:lvl1pPr marL="457200" lvl="0" indent="-228600" algn="l">
              <a:lnSpc>
                <a:spcPct val="100000"/>
              </a:lnSpc>
              <a:spcBef>
                <a:spcPts val="480"/>
              </a:spcBef>
              <a:spcAft>
                <a:spcPts val="0"/>
              </a:spcAft>
              <a:buClr>
                <a:schemeClr val="dk1"/>
              </a:buClr>
              <a:buSzPts val="2400"/>
              <a:buNone/>
              <a:defRPr sz="2400" b="1"/>
            </a:lvl1pPr>
            <a:lvl2pPr marL="914400" lvl="1" indent="-228600" algn="l">
              <a:lnSpc>
                <a:spcPct val="100000"/>
              </a:lnSpc>
              <a:spcBef>
                <a:spcPts val="400"/>
              </a:spcBef>
              <a:spcAft>
                <a:spcPts val="0"/>
              </a:spcAft>
              <a:buClr>
                <a:schemeClr val="dk1"/>
              </a:buClr>
              <a:buSzPts val="2000"/>
              <a:buNone/>
              <a:defRPr sz="2000" b="1"/>
            </a:lvl2pPr>
            <a:lvl3pPr marL="1371600" lvl="2" indent="-228600" algn="l">
              <a:lnSpc>
                <a:spcPct val="100000"/>
              </a:lnSpc>
              <a:spcBef>
                <a:spcPts val="360"/>
              </a:spcBef>
              <a:spcAft>
                <a:spcPts val="0"/>
              </a:spcAft>
              <a:buClr>
                <a:schemeClr val="dk1"/>
              </a:buClr>
              <a:buSzPts val="1800"/>
              <a:buNone/>
              <a:defRPr sz="1800" b="1"/>
            </a:lvl3pPr>
            <a:lvl4pPr marL="1828800" lvl="3" indent="-228600" algn="l">
              <a:lnSpc>
                <a:spcPct val="100000"/>
              </a:lnSpc>
              <a:spcBef>
                <a:spcPts val="320"/>
              </a:spcBef>
              <a:spcAft>
                <a:spcPts val="0"/>
              </a:spcAft>
              <a:buClr>
                <a:schemeClr val="dk1"/>
              </a:buClr>
              <a:buSzPts val="1600"/>
              <a:buNone/>
              <a:defRPr sz="1600" b="1"/>
            </a:lvl4pPr>
            <a:lvl5pPr marL="2286000" lvl="4" indent="-228600" algn="l">
              <a:lnSpc>
                <a:spcPct val="100000"/>
              </a:lnSpc>
              <a:spcBef>
                <a:spcPts val="320"/>
              </a:spcBef>
              <a:spcAft>
                <a:spcPts val="0"/>
              </a:spcAft>
              <a:buClr>
                <a:schemeClr val="dk1"/>
              </a:buClr>
              <a:buSzPts val="1600"/>
              <a:buNone/>
              <a:defRPr sz="1600" b="1"/>
            </a:lvl5pPr>
            <a:lvl6pPr marL="2743200" lvl="5" indent="-228600" algn="l">
              <a:lnSpc>
                <a:spcPct val="100000"/>
              </a:lnSpc>
              <a:spcBef>
                <a:spcPts val="320"/>
              </a:spcBef>
              <a:spcAft>
                <a:spcPts val="0"/>
              </a:spcAft>
              <a:buClr>
                <a:schemeClr val="dk1"/>
              </a:buClr>
              <a:buSzPts val="1600"/>
              <a:buNone/>
              <a:defRPr sz="1600" b="1"/>
            </a:lvl6pPr>
            <a:lvl7pPr marL="3200400" lvl="6" indent="-228600" algn="l">
              <a:lnSpc>
                <a:spcPct val="100000"/>
              </a:lnSpc>
              <a:spcBef>
                <a:spcPts val="320"/>
              </a:spcBef>
              <a:spcAft>
                <a:spcPts val="0"/>
              </a:spcAft>
              <a:buClr>
                <a:schemeClr val="dk1"/>
              </a:buClr>
              <a:buSzPts val="1600"/>
              <a:buNone/>
              <a:defRPr sz="1600" b="1"/>
            </a:lvl7pPr>
            <a:lvl8pPr marL="3657600" lvl="7" indent="-228600" algn="l">
              <a:lnSpc>
                <a:spcPct val="100000"/>
              </a:lnSpc>
              <a:spcBef>
                <a:spcPts val="320"/>
              </a:spcBef>
              <a:spcAft>
                <a:spcPts val="0"/>
              </a:spcAft>
              <a:buClr>
                <a:schemeClr val="dk1"/>
              </a:buClr>
              <a:buSzPts val="1600"/>
              <a:buNone/>
              <a:defRPr sz="1600" b="1"/>
            </a:lvl8pPr>
            <a:lvl9pPr marL="4114800" lvl="8" indent="-228600" algn="l">
              <a:lnSpc>
                <a:spcPct val="100000"/>
              </a:lnSpc>
              <a:spcBef>
                <a:spcPts val="320"/>
              </a:spcBef>
              <a:spcAft>
                <a:spcPts val="0"/>
              </a:spcAft>
              <a:buClr>
                <a:schemeClr val="dk1"/>
              </a:buClr>
              <a:buSzPts val="1600"/>
              <a:buNone/>
              <a:defRPr sz="1600" b="1"/>
            </a:lvl9pPr>
          </a:lstStyle>
          <a:p>
            <a:endParaRPr/>
          </a:p>
        </p:txBody>
      </p:sp>
      <p:sp>
        <p:nvSpPr>
          <p:cNvPr id="43" name="Google Shape;43;p21"/>
          <p:cNvSpPr txBox="1">
            <a:spLocks noGrp="1"/>
          </p:cNvSpPr>
          <p:nvPr>
            <p:ph type="body" idx="2"/>
          </p:nvPr>
        </p:nvSpPr>
        <p:spPr>
          <a:xfrm>
            <a:off x="457200" y="2174875"/>
            <a:ext cx="4040188" cy="3951288"/>
          </a:xfrm>
          <a:prstGeom prst="rect">
            <a:avLst/>
          </a:prstGeom>
          <a:noFill/>
          <a:ln>
            <a:noFill/>
          </a:ln>
        </p:spPr>
        <p:txBody>
          <a:bodyPr spcFirstLastPara="1" wrap="square" lIns="91425" tIns="45700" rIns="91425" bIns="45700" anchor="t" anchorCtr="0">
            <a:normAutofit/>
          </a:bodyPr>
          <a:lstStyle>
            <a:lvl1pPr marL="457200" lvl="0" indent="-381000" algn="l">
              <a:lnSpc>
                <a:spcPct val="100000"/>
              </a:lnSpc>
              <a:spcBef>
                <a:spcPts val="480"/>
              </a:spcBef>
              <a:spcAft>
                <a:spcPts val="0"/>
              </a:spcAft>
              <a:buClr>
                <a:schemeClr val="dk1"/>
              </a:buClr>
              <a:buSzPts val="2400"/>
              <a:buChar char="•"/>
              <a:defRPr sz="2400"/>
            </a:lvl1pPr>
            <a:lvl2pPr marL="914400" lvl="1" indent="-355600" algn="l">
              <a:lnSpc>
                <a:spcPct val="100000"/>
              </a:lnSpc>
              <a:spcBef>
                <a:spcPts val="400"/>
              </a:spcBef>
              <a:spcAft>
                <a:spcPts val="0"/>
              </a:spcAft>
              <a:buClr>
                <a:schemeClr val="dk1"/>
              </a:buClr>
              <a:buSzPts val="2000"/>
              <a:buChar char="–"/>
              <a:defRPr sz="2000"/>
            </a:lvl2pPr>
            <a:lvl3pPr marL="1371600" lvl="2" indent="-342900" algn="l">
              <a:lnSpc>
                <a:spcPct val="100000"/>
              </a:lnSpc>
              <a:spcBef>
                <a:spcPts val="360"/>
              </a:spcBef>
              <a:spcAft>
                <a:spcPts val="0"/>
              </a:spcAft>
              <a:buClr>
                <a:schemeClr val="dk1"/>
              </a:buClr>
              <a:buSzPts val="1800"/>
              <a:buChar char="•"/>
              <a:defRPr sz="1800"/>
            </a:lvl3pPr>
            <a:lvl4pPr marL="1828800" lvl="3" indent="-330200" algn="l">
              <a:lnSpc>
                <a:spcPct val="100000"/>
              </a:lnSpc>
              <a:spcBef>
                <a:spcPts val="320"/>
              </a:spcBef>
              <a:spcAft>
                <a:spcPts val="0"/>
              </a:spcAft>
              <a:buClr>
                <a:schemeClr val="dk1"/>
              </a:buClr>
              <a:buSzPts val="1600"/>
              <a:buChar char="–"/>
              <a:defRPr sz="1600"/>
            </a:lvl4pPr>
            <a:lvl5pPr marL="2286000" lvl="4" indent="-330200" algn="l">
              <a:lnSpc>
                <a:spcPct val="100000"/>
              </a:lnSpc>
              <a:spcBef>
                <a:spcPts val="320"/>
              </a:spcBef>
              <a:spcAft>
                <a:spcPts val="0"/>
              </a:spcAft>
              <a:buClr>
                <a:schemeClr val="dk1"/>
              </a:buClr>
              <a:buSzPts val="1600"/>
              <a:buChar char="»"/>
              <a:defRPr sz="1600"/>
            </a:lvl5pPr>
            <a:lvl6pPr marL="2743200" lvl="5" indent="-330200" algn="l">
              <a:lnSpc>
                <a:spcPct val="100000"/>
              </a:lnSpc>
              <a:spcBef>
                <a:spcPts val="320"/>
              </a:spcBef>
              <a:spcAft>
                <a:spcPts val="0"/>
              </a:spcAft>
              <a:buClr>
                <a:schemeClr val="dk1"/>
              </a:buClr>
              <a:buSzPts val="1600"/>
              <a:buChar char="•"/>
              <a:defRPr sz="1600"/>
            </a:lvl6pPr>
            <a:lvl7pPr marL="3200400" lvl="6" indent="-330200" algn="l">
              <a:lnSpc>
                <a:spcPct val="100000"/>
              </a:lnSpc>
              <a:spcBef>
                <a:spcPts val="320"/>
              </a:spcBef>
              <a:spcAft>
                <a:spcPts val="0"/>
              </a:spcAft>
              <a:buClr>
                <a:schemeClr val="dk1"/>
              </a:buClr>
              <a:buSzPts val="1600"/>
              <a:buChar char="•"/>
              <a:defRPr sz="1600"/>
            </a:lvl7pPr>
            <a:lvl8pPr marL="3657600" lvl="7" indent="-330200" algn="l">
              <a:lnSpc>
                <a:spcPct val="100000"/>
              </a:lnSpc>
              <a:spcBef>
                <a:spcPts val="320"/>
              </a:spcBef>
              <a:spcAft>
                <a:spcPts val="0"/>
              </a:spcAft>
              <a:buClr>
                <a:schemeClr val="dk1"/>
              </a:buClr>
              <a:buSzPts val="1600"/>
              <a:buChar char="•"/>
              <a:defRPr sz="1600"/>
            </a:lvl8pPr>
            <a:lvl9pPr marL="4114800" lvl="8" indent="-330200" algn="l">
              <a:lnSpc>
                <a:spcPct val="100000"/>
              </a:lnSpc>
              <a:spcBef>
                <a:spcPts val="320"/>
              </a:spcBef>
              <a:spcAft>
                <a:spcPts val="0"/>
              </a:spcAft>
              <a:buClr>
                <a:schemeClr val="dk1"/>
              </a:buClr>
              <a:buSzPts val="1600"/>
              <a:buChar char="•"/>
              <a:defRPr sz="1600"/>
            </a:lvl9pPr>
          </a:lstStyle>
          <a:p>
            <a:endParaRPr/>
          </a:p>
        </p:txBody>
      </p:sp>
      <p:sp>
        <p:nvSpPr>
          <p:cNvPr id="44" name="Google Shape;44;p21"/>
          <p:cNvSpPr txBox="1">
            <a:spLocks noGrp="1"/>
          </p:cNvSpPr>
          <p:nvPr>
            <p:ph type="body" idx="3"/>
          </p:nvPr>
        </p:nvSpPr>
        <p:spPr>
          <a:xfrm>
            <a:off x="4645025" y="1535113"/>
            <a:ext cx="4041775" cy="639762"/>
          </a:xfrm>
          <a:prstGeom prst="rect">
            <a:avLst/>
          </a:prstGeom>
          <a:noFill/>
          <a:ln>
            <a:noFill/>
          </a:ln>
        </p:spPr>
        <p:txBody>
          <a:bodyPr spcFirstLastPara="1" wrap="square" lIns="91425" tIns="45700" rIns="91425" bIns="45700" anchor="b" anchorCtr="0">
            <a:normAutofit/>
          </a:bodyPr>
          <a:lstStyle>
            <a:lvl1pPr marL="457200" lvl="0" indent="-228600" algn="l">
              <a:lnSpc>
                <a:spcPct val="100000"/>
              </a:lnSpc>
              <a:spcBef>
                <a:spcPts val="480"/>
              </a:spcBef>
              <a:spcAft>
                <a:spcPts val="0"/>
              </a:spcAft>
              <a:buClr>
                <a:schemeClr val="dk1"/>
              </a:buClr>
              <a:buSzPts val="2400"/>
              <a:buNone/>
              <a:defRPr sz="2400" b="1"/>
            </a:lvl1pPr>
            <a:lvl2pPr marL="914400" lvl="1" indent="-228600" algn="l">
              <a:lnSpc>
                <a:spcPct val="100000"/>
              </a:lnSpc>
              <a:spcBef>
                <a:spcPts val="400"/>
              </a:spcBef>
              <a:spcAft>
                <a:spcPts val="0"/>
              </a:spcAft>
              <a:buClr>
                <a:schemeClr val="dk1"/>
              </a:buClr>
              <a:buSzPts val="2000"/>
              <a:buNone/>
              <a:defRPr sz="2000" b="1"/>
            </a:lvl2pPr>
            <a:lvl3pPr marL="1371600" lvl="2" indent="-228600" algn="l">
              <a:lnSpc>
                <a:spcPct val="100000"/>
              </a:lnSpc>
              <a:spcBef>
                <a:spcPts val="360"/>
              </a:spcBef>
              <a:spcAft>
                <a:spcPts val="0"/>
              </a:spcAft>
              <a:buClr>
                <a:schemeClr val="dk1"/>
              </a:buClr>
              <a:buSzPts val="1800"/>
              <a:buNone/>
              <a:defRPr sz="1800" b="1"/>
            </a:lvl3pPr>
            <a:lvl4pPr marL="1828800" lvl="3" indent="-228600" algn="l">
              <a:lnSpc>
                <a:spcPct val="100000"/>
              </a:lnSpc>
              <a:spcBef>
                <a:spcPts val="320"/>
              </a:spcBef>
              <a:spcAft>
                <a:spcPts val="0"/>
              </a:spcAft>
              <a:buClr>
                <a:schemeClr val="dk1"/>
              </a:buClr>
              <a:buSzPts val="1600"/>
              <a:buNone/>
              <a:defRPr sz="1600" b="1"/>
            </a:lvl4pPr>
            <a:lvl5pPr marL="2286000" lvl="4" indent="-228600" algn="l">
              <a:lnSpc>
                <a:spcPct val="100000"/>
              </a:lnSpc>
              <a:spcBef>
                <a:spcPts val="320"/>
              </a:spcBef>
              <a:spcAft>
                <a:spcPts val="0"/>
              </a:spcAft>
              <a:buClr>
                <a:schemeClr val="dk1"/>
              </a:buClr>
              <a:buSzPts val="1600"/>
              <a:buNone/>
              <a:defRPr sz="1600" b="1"/>
            </a:lvl5pPr>
            <a:lvl6pPr marL="2743200" lvl="5" indent="-228600" algn="l">
              <a:lnSpc>
                <a:spcPct val="100000"/>
              </a:lnSpc>
              <a:spcBef>
                <a:spcPts val="320"/>
              </a:spcBef>
              <a:spcAft>
                <a:spcPts val="0"/>
              </a:spcAft>
              <a:buClr>
                <a:schemeClr val="dk1"/>
              </a:buClr>
              <a:buSzPts val="1600"/>
              <a:buNone/>
              <a:defRPr sz="1600" b="1"/>
            </a:lvl6pPr>
            <a:lvl7pPr marL="3200400" lvl="6" indent="-228600" algn="l">
              <a:lnSpc>
                <a:spcPct val="100000"/>
              </a:lnSpc>
              <a:spcBef>
                <a:spcPts val="320"/>
              </a:spcBef>
              <a:spcAft>
                <a:spcPts val="0"/>
              </a:spcAft>
              <a:buClr>
                <a:schemeClr val="dk1"/>
              </a:buClr>
              <a:buSzPts val="1600"/>
              <a:buNone/>
              <a:defRPr sz="1600" b="1"/>
            </a:lvl7pPr>
            <a:lvl8pPr marL="3657600" lvl="7" indent="-228600" algn="l">
              <a:lnSpc>
                <a:spcPct val="100000"/>
              </a:lnSpc>
              <a:spcBef>
                <a:spcPts val="320"/>
              </a:spcBef>
              <a:spcAft>
                <a:spcPts val="0"/>
              </a:spcAft>
              <a:buClr>
                <a:schemeClr val="dk1"/>
              </a:buClr>
              <a:buSzPts val="1600"/>
              <a:buNone/>
              <a:defRPr sz="1600" b="1"/>
            </a:lvl8pPr>
            <a:lvl9pPr marL="4114800" lvl="8" indent="-228600" algn="l">
              <a:lnSpc>
                <a:spcPct val="100000"/>
              </a:lnSpc>
              <a:spcBef>
                <a:spcPts val="320"/>
              </a:spcBef>
              <a:spcAft>
                <a:spcPts val="0"/>
              </a:spcAft>
              <a:buClr>
                <a:schemeClr val="dk1"/>
              </a:buClr>
              <a:buSzPts val="1600"/>
              <a:buNone/>
              <a:defRPr sz="1600" b="1"/>
            </a:lvl9pPr>
          </a:lstStyle>
          <a:p>
            <a:endParaRPr/>
          </a:p>
        </p:txBody>
      </p:sp>
      <p:sp>
        <p:nvSpPr>
          <p:cNvPr id="45" name="Google Shape;45;p21"/>
          <p:cNvSpPr txBox="1">
            <a:spLocks noGrp="1"/>
          </p:cNvSpPr>
          <p:nvPr>
            <p:ph type="body" idx="4"/>
          </p:nvPr>
        </p:nvSpPr>
        <p:spPr>
          <a:xfrm>
            <a:off x="4645025" y="2174875"/>
            <a:ext cx="4041775" cy="3951288"/>
          </a:xfrm>
          <a:prstGeom prst="rect">
            <a:avLst/>
          </a:prstGeom>
          <a:noFill/>
          <a:ln>
            <a:noFill/>
          </a:ln>
        </p:spPr>
        <p:txBody>
          <a:bodyPr spcFirstLastPara="1" wrap="square" lIns="91425" tIns="45700" rIns="91425" bIns="45700" anchor="t" anchorCtr="0">
            <a:normAutofit/>
          </a:bodyPr>
          <a:lstStyle>
            <a:lvl1pPr marL="457200" lvl="0" indent="-381000" algn="l">
              <a:lnSpc>
                <a:spcPct val="100000"/>
              </a:lnSpc>
              <a:spcBef>
                <a:spcPts val="480"/>
              </a:spcBef>
              <a:spcAft>
                <a:spcPts val="0"/>
              </a:spcAft>
              <a:buClr>
                <a:schemeClr val="dk1"/>
              </a:buClr>
              <a:buSzPts val="2400"/>
              <a:buChar char="•"/>
              <a:defRPr sz="2400"/>
            </a:lvl1pPr>
            <a:lvl2pPr marL="914400" lvl="1" indent="-355600" algn="l">
              <a:lnSpc>
                <a:spcPct val="100000"/>
              </a:lnSpc>
              <a:spcBef>
                <a:spcPts val="400"/>
              </a:spcBef>
              <a:spcAft>
                <a:spcPts val="0"/>
              </a:spcAft>
              <a:buClr>
                <a:schemeClr val="dk1"/>
              </a:buClr>
              <a:buSzPts val="2000"/>
              <a:buChar char="–"/>
              <a:defRPr sz="2000"/>
            </a:lvl2pPr>
            <a:lvl3pPr marL="1371600" lvl="2" indent="-342900" algn="l">
              <a:lnSpc>
                <a:spcPct val="100000"/>
              </a:lnSpc>
              <a:spcBef>
                <a:spcPts val="360"/>
              </a:spcBef>
              <a:spcAft>
                <a:spcPts val="0"/>
              </a:spcAft>
              <a:buClr>
                <a:schemeClr val="dk1"/>
              </a:buClr>
              <a:buSzPts val="1800"/>
              <a:buChar char="•"/>
              <a:defRPr sz="1800"/>
            </a:lvl3pPr>
            <a:lvl4pPr marL="1828800" lvl="3" indent="-330200" algn="l">
              <a:lnSpc>
                <a:spcPct val="100000"/>
              </a:lnSpc>
              <a:spcBef>
                <a:spcPts val="320"/>
              </a:spcBef>
              <a:spcAft>
                <a:spcPts val="0"/>
              </a:spcAft>
              <a:buClr>
                <a:schemeClr val="dk1"/>
              </a:buClr>
              <a:buSzPts val="1600"/>
              <a:buChar char="–"/>
              <a:defRPr sz="1600"/>
            </a:lvl4pPr>
            <a:lvl5pPr marL="2286000" lvl="4" indent="-330200" algn="l">
              <a:lnSpc>
                <a:spcPct val="100000"/>
              </a:lnSpc>
              <a:spcBef>
                <a:spcPts val="320"/>
              </a:spcBef>
              <a:spcAft>
                <a:spcPts val="0"/>
              </a:spcAft>
              <a:buClr>
                <a:schemeClr val="dk1"/>
              </a:buClr>
              <a:buSzPts val="1600"/>
              <a:buChar char="»"/>
              <a:defRPr sz="1600"/>
            </a:lvl5pPr>
            <a:lvl6pPr marL="2743200" lvl="5" indent="-330200" algn="l">
              <a:lnSpc>
                <a:spcPct val="100000"/>
              </a:lnSpc>
              <a:spcBef>
                <a:spcPts val="320"/>
              </a:spcBef>
              <a:spcAft>
                <a:spcPts val="0"/>
              </a:spcAft>
              <a:buClr>
                <a:schemeClr val="dk1"/>
              </a:buClr>
              <a:buSzPts val="1600"/>
              <a:buChar char="•"/>
              <a:defRPr sz="1600"/>
            </a:lvl6pPr>
            <a:lvl7pPr marL="3200400" lvl="6" indent="-330200" algn="l">
              <a:lnSpc>
                <a:spcPct val="100000"/>
              </a:lnSpc>
              <a:spcBef>
                <a:spcPts val="320"/>
              </a:spcBef>
              <a:spcAft>
                <a:spcPts val="0"/>
              </a:spcAft>
              <a:buClr>
                <a:schemeClr val="dk1"/>
              </a:buClr>
              <a:buSzPts val="1600"/>
              <a:buChar char="•"/>
              <a:defRPr sz="1600"/>
            </a:lvl7pPr>
            <a:lvl8pPr marL="3657600" lvl="7" indent="-330200" algn="l">
              <a:lnSpc>
                <a:spcPct val="100000"/>
              </a:lnSpc>
              <a:spcBef>
                <a:spcPts val="320"/>
              </a:spcBef>
              <a:spcAft>
                <a:spcPts val="0"/>
              </a:spcAft>
              <a:buClr>
                <a:schemeClr val="dk1"/>
              </a:buClr>
              <a:buSzPts val="1600"/>
              <a:buChar char="•"/>
              <a:defRPr sz="1600"/>
            </a:lvl8pPr>
            <a:lvl9pPr marL="4114800" lvl="8" indent="-330200" algn="l">
              <a:lnSpc>
                <a:spcPct val="100000"/>
              </a:lnSpc>
              <a:spcBef>
                <a:spcPts val="320"/>
              </a:spcBef>
              <a:spcAft>
                <a:spcPts val="0"/>
              </a:spcAft>
              <a:buClr>
                <a:schemeClr val="dk1"/>
              </a:buClr>
              <a:buSzPts val="1600"/>
              <a:buChar char="•"/>
              <a:defRPr sz="1600"/>
            </a:lvl9pPr>
          </a:lstStyle>
          <a:p>
            <a:endParaRPr/>
          </a:p>
        </p:txBody>
      </p:sp>
      <p:sp>
        <p:nvSpPr>
          <p:cNvPr id="46" name="Google Shape;46;p2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7" name="Google Shape;47;p2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8" name="Google Shape;48;p2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9"/>
        <p:cNvGrpSpPr/>
        <p:nvPr/>
      </p:nvGrpSpPr>
      <p:grpSpPr>
        <a:xfrm>
          <a:off x="0" y="0"/>
          <a:ext cx="0" cy="0"/>
          <a:chOff x="0" y="0"/>
          <a:chExt cx="0" cy="0"/>
        </a:xfrm>
      </p:grpSpPr>
      <p:sp>
        <p:nvSpPr>
          <p:cNvPr id="50" name="Google Shape;50;p22"/>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1" name="Google Shape;51;p2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2" name="Google Shape;52;p2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3" name="Google Shape;53;p2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4"/>
        <p:cNvGrpSpPr/>
        <p:nvPr/>
      </p:nvGrpSpPr>
      <p:grpSpPr>
        <a:xfrm>
          <a:off x="0" y="0"/>
          <a:ext cx="0" cy="0"/>
          <a:chOff x="0" y="0"/>
          <a:chExt cx="0" cy="0"/>
        </a:xfrm>
      </p:grpSpPr>
      <p:sp>
        <p:nvSpPr>
          <p:cNvPr id="55" name="Google Shape;55;p23"/>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6" name="Google Shape;56;p2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7" name="Google Shape;57;p2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8"/>
        <p:cNvGrpSpPr/>
        <p:nvPr/>
      </p:nvGrpSpPr>
      <p:grpSpPr>
        <a:xfrm>
          <a:off x="0" y="0"/>
          <a:ext cx="0" cy="0"/>
          <a:chOff x="0" y="0"/>
          <a:chExt cx="0" cy="0"/>
        </a:xfrm>
      </p:grpSpPr>
      <p:sp>
        <p:nvSpPr>
          <p:cNvPr id="59" name="Google Shape;59;p24"/>
          <p:cNvSpPr txBox="1">
            <a:spLocks noGrp="1"/>
          </p:cNvSpPr>
          <p:nvPr>
            <p:ph type="title"/>
          </p:nvPr>
        </p:nvSpPr>
        <p:spPr>
          <a:xfrm>
            <a:off x="457200" y="273050"/>
            <a:ext cx="3008313" cy="1162050"/>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Clr>
                <a:schemeClr val="dk1"/>
              </a:buClr>
              <a:buSzPts val="2000"/>
              <a:buFont typeface="Calibri"/>
              <a:buNone/>
              <a:defRPr sz="2000" b="1"/>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0" name="Google Shape;60;p24"/>
          <p:cNvSpPr txBox="1">
            <a:spLocks noGrp="1"/>
          </p:cNvSpPr>
          <p:nvPr>
            <p:ph type="body" idx="1"/>
          </p:nvPr>
        </p:nvSpPr>
        <p:spPr>
          <a:xfrm>
            <a:off x="3575050" y="273050"/>
            <a:ext cx="5111750" cy="5853113"/>
          </a:xfrm>
          <a:prstGeom prst="rect">
            <a:avLst/>
          </a:prstGeom>
          <a:noFill/>
          <a:ln>
            <a:noFill/>
          </a:ln>
        </p:spPr>
        <p:txBody>
          <a:bodyPr spcFirstLastPara="1" wrap="square" lIns="91425" tIns="45700" rIns="91425" bIns="45700" anchor="t" anchorCtr="0">
            <a:normAutofit/>
          </a:bodyPr>
          <a:lstStyle>
            <a:lvl1pPr marL="457200" lvl="0" indent="-431800" algn="l">
              <a:lnSpc>
                <a:spcPct val="100000"/>
              </a:lnSpc>
              <a:spcBef>
                <a:spcPts val="640"/>
              </a:spcBef>
              <a:spcAft>
                <a:spcPts val="0"/>
              </a:spcAft>
              <a:buClr>
                <a:schemeClr val="dk1"/>
              </a:buClr>
              <a:buSzPts val="3200"/>
              <a:buChar char="•"/>
              <a:defRPr sz="3200"/>
            </a:lvl1pPr>
            <a:lvl2pPr marL="914400" lvl="1" indent="-406400" algn="l">
              <a:lnSpc>
                <a:spcPct val="100000"/>
              </a:lnSpc>
              <a:spcBef>
                <a:spcPts val="560"/>
              </a:spcBef>
              <a:spcAft>
                <a:spcPts val="0"/>
              </a:spcAft>
              <a:buClr>
                <a:schemeClr val="dk1"/>
              </a:buClr>
              <a:buSzPts val="2800"/>
              <a:buChar char="–"/>
              <a:defRPr sz="2800"/>
            </a:lvl2pPr>
            <a:lvl3pPr marL="1371600" lvl="2" indent="-381000" algn="l">
              <a:lnSpc>
                <a:spcPct val="100000"/>
              </a:lnSpc>
              <a:spcBef>
                <a:spcPts val="480"/>
              </a:spcBef>
              <a:spcAft>
                <a:spcPts val="0"/>
              </a:spcAft>
              <a:buClr>
                <a:schemeClr val="dk1"/>
              </a:buClr>
              <a:buSzPts val="2400"/>
              <a:buChar char="•"/>
              <a:defRPr sz="2400"/>
            </a:lvl3pPr>
            <a:lvl4pPr marL="1828800" lvl="3" indent="-355600" algn="l">
              <a:lnSpc>
                <a:spcPct val="100000"/>
              </a:lnSpc>
              <a:spcBef>
                <a:spcPts val="400"/>
              </a:spcBef>
              <a:spcAft>
                <a:spcPts val="0"/>
              </a:spcAft>
              <a:buClr>
                <a:schemeClr val="dk1"/>
              </a:buClr>
              <a:buSzPts val="2000"/>
              <a:buChar char="–"/>
              <a:defRPr sz="2000"/>
            </a:lvl4pPr>
            <a:lvl5pPr marL="2286000" lvl="4" indent="-355600" algn="l">
              <a:lnSpc>
                <a:spcPct val="100000"/>
              </a:lnSpc>
              <a:spcBef>
                <a:spcPts val="400"/>
              </a:spcBef>
              <a:spcAft>
                <a:spcPts val="0"/>
              </a:spcAft>
              <a:buClr>
                <a:schemeClr val="dk1"/>
              </a:buClr>
              <a:buSzPts val="2000"/>
              <a:buChar char="»"/>
              <a:defRPr sz="2000"/>
            </a:lvl5pPr>
            <a:lvl6pPr marL="2743200" lvl="5" indent="-355600" algn="l">
              <a:lnSpc>
                <a:spcPct val="100000"/>
              </a:lnSpc>
              <a:spcBef>
                <a:spcPts val="400"/>
              </a:spcBef>
              <a:spcAft>
                <a:spcPts val="0"/>
              </a:spcAft>
              <a:buClr>
                <a:schemeClr val="dk1"/>
              </a:buClr>
              <a:buSzPts val="2000"/>
              <a:buChar char="•"/>
              <a:defRPr sz="2000"/>
            </a:lvl6pPr>
            <a:lvl7pPr marL="3200400" lvl="6" indent="-355600" algn="l">
              <a:lnSpc>
                <a:spcPct val="100000"/>
              </a:lnSpc>
              <a:spcBef>
                <a:spcPts val="400"/>
              </a:spcBef>
              <a:spcAft>
                <a:spcPts val="0"/>
              </a:spcAft>
              <a:buClr>
                <a:schemeClr val="dk1"/>
              </a:buClr>
              <a:buSzPts val="2000"/>
              <a:buChar char="•"/>
              <a:defRPr sz="2000"/>
            </a:lvl7pPr>
            <a:lvl8pPr marL="3657600" lvl="7" indent="-355600" algn="l">
              <a:lnSpc>
                <a:spcPct val="100000"/>
              </a:lnSpc>
              <a:spcBef>
                <a:spcPts val="400"/>
              </a:spcBef>
              <a:spcAft>
                <a:spcPts val="0"/>
              </a:spcAft>
              <a:buClr>
                <a:schemeClr val="dk1"/>
              </a:buClr>
              <a:buSzPts val="2000"/>
              <a:buChar char="•"/>
              <a:defRPr sz="2000"/>
            </a:lvl8pPr>
            <a:lvl9pPr marL="4114800" lvl="8" indent="-355600" algn="l">
              <a:lnSpc>
                <a:spcPct val="100000"/>
              </a:lnSpc>
              <a:spcBef>
                <a:spcPts val="400"/>
              </a:spcBef>
              <a:spcAft>
                <a:spcPts val="0"/>
              </a:spcAft>
              <a:buClr>
                <a:schemeClr val="dk1"/>
              </a:buClr>
              <a:buSzPts val="2000"/>
              <a:buChar char="•"/>
              <a:defRPr sz="2000"/>
            </a:lvl9pPr>
          </a:lstStyle>
          <a:p>
            <a:endParaRPr/>
          </a:p>
        </p:txBody>
      </p:sp>
      <p:sp>
        <p:nvSpPr>
          <p:cNvPr id="61" name="Google Shape;61;p24"/>
          <p:cNvSpPr txBox="1">
            <a:spLocks noGrp="1"/>
          </p:cNvSpPr>
          <p:nvPr>
            <p:ph type="body" idx="2"/>
          </p:nvPr>
        </p:nvSpPr>
        <p:spPr>
          <a:xfrm>
            <a:off x="457200" y="1435100"/>
            <a:ext cx="3008313" cy="4691063"/>
          </a:xfrm>
          <a:prstGeom prst="rect">
            <a:avLst/>
          </a:prstGeom>
          <a:noFill/>
          <a:ln>
            <a:noFill/>
          </a:ln>
        </p:spPr>
        <p:txBody>
          <a:bodyPr spcFirstLastPara="1" wrap="square" lIns="91425" tIns="45700" rIns="91425" bIns="45700" anchor="t" anchorCtr="0">
            <a:normAutofit/>
          </a:bodyPr>
          <a:lstStyle>
            <a:lvl1pPr marL="457200" lvl="0" indent="-228600" algn="l">
              <a:lnSpc>
                <a:spcPct val="100000"/>
              </a:lnSpc>
              <a:spcBef>
                <a:spcPts val="280"/>
              </a:spcBef>
              <a:spcAft>
                <a:spcPts val="0"/>
              </a:spcAft>
              <a:buClr>
                <a:schemeClr val="dk1"/>
              </a:buClr>
              <a:buSzPts val="1400"/>
              <a:buNone/>
              <a:defRPr sz="1400"/>
            </a:lvl1pPr>
            <a:lvl2pPr marL="914400" lvl="1" indent="-228600" algn="l">
              <a:lnSpc>
                <a:spcPct val="100000"/>
              </a:lnSpc>
              <a:spcBef>
                <a:spcPts val="240"/>
              </a:spcBef>
              <a:spcAft>
                <a:spcPts val="0"/>
              </a:spcAft>
              <a:buClr>
                <a:schemeClr val="dk1"/>
              </a:buClr>
              <a:buSzPts val="1200"/>
              <a:buNone/>
              <a:defRPr sz="1200"/>
            </a:lvl2pPr>
            <a:lvl3pPr marL="1371600" lvl="2" indent="-228600" algn="l">
              <a:lnSpc>
                <a:spcPct val="100000"/>
              </a:lnSpc>
              <a:spcBef>
                <a:spcPts val="200"/>
              </a:spcBef>
              <a:spcAft>
                <a:spcPts val="0"/>
              </a:spcAft>
              <a:buClr>
                <a:schemeClr val="dk1"/>
              </a:buClr>
              <a:buSzPts val="1000"/>
              <a:buNone/>
              <a:defRPr sz="1000"/>
            </a:lvl3pPr>
            <a:lvl4pPr marL="1828800" lvl="3" indent="-228600" algn="l">
              <a:lnSpc>
                <a:spcPct val="100000"/>
              </a:lnSpc>
              <a:spcBef>
                <a:spcPts val="180"/>
              </a:spcBef>
              <a:spcAft>
                <a:spcPts val="0"/>
              </a:spcAft>
              <a:buClr>
                <a:schemeClr val="dk1"/>
              </a:buClr>
              <a:buSzPts val="900"/>
              <a:buNone/>
              <a:defRPr sz="900"/>
            </a:lvl4pPr>
            <a:lvl5pPr marL="2286000" lvl="4" indent="-228600" algn="l">
              <a:lnSpc>
                <a:spcPct val="100000"/>
              </a:lnSpc>
              <a:spcBef>
                <a:spcPts val="180"/>
              </a:spcBef>
              <a:spcAft>
                <a:spcPts val="0"/>
              </a:spcAft>
              <a:buClr>
                <a:schemeClr val="dk1"/>
              </a:buClr>
              <a:buSzPts val="900"/>
              <a:buNone/>
              <a:defRPr sz="900"/>
            </a:lvl5pPr>
            <a:lvl6pPr marL="2743200" lvl="5" indent="-228600" algn="l">
              <a:lnSpc>
                <a:spcPct val="100000"/>
              </a:lnSpc>
              <a:spcBef>
                <a:spcPts val="180"/>
              </a:spcBef>
              <a:spcAft>
                <a:spcPts val="0"/>
              </a:spcAft>
              <a:buClr>
                <a:schemeClr val="dk1"/>
              </a:buClr>
              <a:buSzPts val="900"/>
              <a:buNone/>
              <a:defRPr sz="900"/>
            </a:lvl6pPr>
            <a:lvl7pPr marL="3200400" lvl="6" indent="-228600" algn="l">
              <a:lnSpc>
                <a:spcPct val="100000"/>
              </a:lnSpc>
              <a:spcBef>
                <a:spcPts val="180"/>
              </a:spcBef>
              <a:spcAft>
                <a:spcPts val="0"/>
              </a:spcAft>
              <a:buClr>
                <a:schemeClr val="dk1"/>
              </a:buClr>
              <a:buSzPts val="900"/>
              <a:buNone/>
              <a:defRPr sz="900"/>
            </a:lvl7pPr>
            <a:lvl8pPr marL="3657600" lvl="7" indent="-228600" algn="l">
              <a:lnSpc>
                <a:spcPct val="100000"/>
              </a:lnSpc>
              <a:spcBef>
                <a:spcPts val="180"/>
              </a:spcBef>
              <a:spcAft>
                <a:spcPts val="0"/>
              </a:spcAft>
              <a:buClr>
                <a:schemeClr val="dk1"/>
              </a:buClr>
              <a:buSzPts val="900"/>
              <a:buNone/>
              <a:defRPr sz="900"/>
            </a:lvl8pPr>
            <a:lvl9pPr marL="4114800" lvl="8" indent="-228600" algn="l">
              <a:lnSpc>
                <a:spcPct val="100000"/>
              </a:lnSpc>
              <a:spcBef>
                <a:spcPts val="180"/>
              </a:spcBef>
              <a:spcAft>
                <a:spcPts val="0"/>
              </a:spcAft>
              <a:buClr>
                <a:schemeClr val="dk1"/>
              </a:buClr>
              <a:buSzPts val="900"/>
              <a:buNone/>
              <a:defRPr sz="900"/>
            </a:lvl9pPr>
          </a:lstStyle>
          <a:p>
            <a:endParaRPr/>
          </a:p>
        </p:txBody>
      </p:sp>
      <p:sp>
        <p:nvSpPr>
          <p:cNvPr id="62" name="Google Shape;62;p2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3" name="Google Shape;63;p2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4" name="Google Shape;64;p2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5"/>
        <p:cNvGrpSpPr/>
        <p:nvPr/>
      </p:nvGrpSpPr>
      <p:grpSpPr>
        <a:xfrm>
          <a:off x="0" y="0"/>
          <a:ext cx="0" cy="0"/>
          <a:chOff x="0" y="0"/>
          <a:chExt cx="0" cy="0"/>
        </a:xfrm>
      </p:grpSpPr>
      <p:sp>
        <p:nvSpPr>
          <p:cNvPr id="66" name="Google Shape;66;p25"/>
          <p:cNvSpPr txBox="1">
            <a:spLocks noGrp="1"/>
          </p:cNvSpPr>
          <p:nvPr>
            <p:ph type="title"/>
          </p:nvPr>
        </p:nvSpPr>
        <p:spPr>
          <a:xfrm>
            <a:off x="1792288" y="4800600"/>
            <a:ext cx="5486400" cy="566738"/>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Clr>
                <a:schemeClr val="dk1"/>
              </a:buClr>
              <a:buSzPts val="2000"/>
              <a:buFont typeface="Calibri"/>
              <a:buNone/>
              <a:defRPr sz="2000" b="1"/>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7" name="Google Shape;67;p25"/>
          <p:cNvSpPr>
            <a:spLocks noGrp="1"/>
          </p:cNvSpPr>
          <p:nvPr>
            <p:ph type="pic" idx="2"/>
          </p:nvPr>
        </p:nvSpPr>
        <p:spPr>
          <a:xfrm>
            <a:off x="1792288" y="612775"/>
            <a:ext cx="5486400" cy="4114800"/>
          </a:xfrm>
          <a:prstGeom prst="rect">
            <a:avLst/>
          </a:prstGeom>
          <a:noFill/>
          <a:ln>
            <a:noFill/>
          </a:ln>
        </p:spPr>
      </p:sp>
      <p:sp>
        <p:nvSpPr>
          <p:cNvPr id="68" name="Google Shape;68;p25"/>
          <p:cNvSpPr txBox="1">
            <a:spLocks noGrp="1"/>
          </p:cNvSpPr>
          <p:nvPr>
            <p:ph type="body" idx="1"/>
          </p:nvPr>
        </p:nvSpPr>
        <p:spPr>
          <a:xfrm>
            <a:off x="1792288" y="5367338"/>
            <a:ext cx="5486400" cy="804862"/>
          </a:xfrm>
          <a:prstGeom prst="rect">
            <a:avLst/>
          </a:prstGeom>
          <a:noFill/>
          <a:ln>
            <a:noFill/>
          </a:ln>
        </p:spPr>
        <p:txBody>
          <a:bodyPr spcFirstLastPara="1" wrap="square" lIns="91425" tIns="45700" rIns="91425" bIns="45700" anchor="t" anchorCtr="0">
            <a:normAutofit/>
          </a:bodyPr>
          <a:lstStyle>
            <a:lvl1pPr marL="457200" lvl="0" indent="-228600" algn="l">
              <a:lnSpc>
                <a:spcPct val="100000"/>
              </a:lnSpc>
              <a:spcBef>
                <a:spcPts val="280"/>
              </a:spcBef>
              <a:spcAft>
                <a:spcPts val="0"/>
              </a:spcAft>
              <a:buClr>
                <a:schemeClr val="dk1"/>
              </a:buClr>
              <a:buSzPts val="1400"/>
              <a:buNone/>
              <a:defRPr sz="1400"/>
            </a:lvl1pPr>
            <a:lvl2pPr marL="914400" lvl="1" indent="-228600" algn="l">
              <a:lnSpc>
                <a:spcPct val="100000"/>
              </a:lnSpc>
              <a:spcBef>
                <a:spcPts val="240"/>
              </a:spcBef>
              <a:spcAft>
                <a:spcPts val="0"/>
              </a:spcAft>
              <a:buClr>
                <a:schemeClr val="dk1"/>
              </a:buClr>
              <a:buSzPts val="1200"/>
              <a:buNone/>
              <a:defRPr sz="1200"/>
            </a:lvl2pPr>
            <a:lvl3pPr marL="1371600" lvl="2" indent="-228600" algn="l">
              <a:lnSpc>
                <a:spcPct val="100000"/>
              </a:lnSpc>
              <a:spcBef>
                <a:spcPts val="200"/>
              </a:spcBef>
              <a:spcAft>
                <a:spcPts val="0"/>
              </a:spcAft>
              <a:buClr>
                <a:schemeClr val="dk1"/>
              </a:buClr>
              <a:buSzPts val="1000"/>
              <a:buNone/>
              <a:defRPr sz="1000"/>
            </a:lvl3pPr>
            <a:lvl4pPr marL="1828800" lvl="3" indent="-228600" algn="l">
              <a:lnSpc>
                <a:spcPct val="100000"/>
              </a:lnSpc>
              <a:spcBef>
                <a:spcPts val="180"/>
              </a:spcBef>
              <a:spcAft>
                <a:spcPts val="0"/>
              </a:spcAft>
              <a:buClr>
                <a:schemeClr val="dk1"/>
              </a:buClr>
              <a:buSzPts val="900"/>
              <a:buNone/>
              <a:defRPr sz="900"/>
            </a:lvl4pPr>
            <a:lvl5pPr marL="2286000" lvl="4" indent="-228600" algn="l">
              <a:lnSpc>
                <a:spcPct val="100000"/>
              </a:lnSpc>
              <a:spcBef>
                <a:spcPts val="180"/>
              </a:spcBef>
              <a:spcAft>
                <a:spcPts val="0"/>
              </a:spcAft>
              <a:buClr>
                <a:schemeClr val="dk1"/>
              </a:buClr>
              <a:buSzPts val="900"/>
              <a:buNone/>
              <a:defRPr sz="900"/>
            </a:lvl5pPr>
            <a:lvl6pPr marL="2743200" lvl="5" indent="-228600" algn="l">
              <a:lnSpc>
                <a:spcPct val="100000"/>
              </a:lnSpc>
              <a:spcBef>
                <a:spcPts val="180"/>
              </a:spcBef>
              <a:spcAft>
                <a:spcPts val="0"/>
              </a:spcAft>
              <a:buClr>
                <a:schemeClr val="dk1"/>
              </a:buClr>
              <a:buSzPts val="900"/>
              <a:buNone/>
              <a:defRPr sz="900"/>
            </a:lvl6pPr>
            <a:lvl7pPr marL="3200400" lvl="6" indent="-228600" algn="l">
              <a:lnSpc>
                <a:spcPct val="100000"/>
              </a:lnSpc>
              <a:spcBef>
                <a:spcPts val="180"/>
              </a:spcBef>
              <a:spcAft>
                <a:spcPts val="0"/>
              </a:spcAft>
              <a:buClr>
                <a:schemeClr val="dk1"/>
              </a:buClr>
              <a:buSzPts val="900"/>
              <a:buNone/>
              <a:defRPr sz="900"/>
            </a:lvl7pPr>
            <a:lvl8pPr marL="3657600" lvl="7" indent="-228600" algn="l">
              <a:lnSpc>
                <a:spcPct val="100000"/>
              </a:lnSpc>
              <a:spcBef>
                <a:spcPts val="180"/>
              </a:spcBef>
              <a:spcAft>
                <a:spcPts val="0"/>
              </a:spcAft>
              <a:buClr>
                <a:schemeClr val="dk1"/>
              </a:buClr>
              <a:buSzPts val="900"/>
              <a:buNone/>
              <a:defRPr sz="900"/>
            </a:lvl8pPr>
            <a:lvl9pPr marL="4114800" lvl="8" indent="-228600" algn="l">
              <a:lnSpc>
                <a:spcPct val="100000"/>
              </a:lnSpc>
              <a:spcBef>
                <a:spcPts val="180"/>
              </a:spcBef>
              <a:spcAft>
                <a:spcPts val="0"/>
              </a:spcAft>
              <a:buClr>
                <a:schemeClr val="dk1"/>
              </a:buClr>
              <a:buSzPts val="900"/>
              <a:buNone/>
              <a:defRPr sz="900"/>
            </a:lvl9pPr>
          </a:lstStyle>
          <a:p>
            <a:endParaRPr/>
          </a:p>
        </p:txBody>
      </p:sp>
      <p:sp>
        <p:nvSpPr>
          <p:cNvPr id="69" name="Google Shape;69;p2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2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1" name="Google Shape;71;p2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2"/>
        <p:cNvGrpSpPr/>
        <p:nvPr/>
      </p:nvGrpSpPr>
      <p:grpSpPr>
        <a:xfrm>
          <a:off x="0" y="0"/>
          <a:ext cx="0" cy="0"/>
          <a:chOff x="0" y="0"/>
          <a:chExt cx="0" cy="0"/>
        </a:xfrm>
      </p:grpSpPr>
      <p:sp>
        <p:nvSpPr>
          <p:cNvPr id="73" name="Google Shape;73;p26"/>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4" name="Google Shape;74;p26"/>
          <p:cNvSpPr txBox="1">
            <a:spLocks noGrp="1"/>
          </p:cNvSpPr>
          <p:nvPr>
            <p:ph type="body" idx="1"/>
          </p:nvPr>
        </p:nvSpPr>
        <p:spPr>
          <a:xfrm rot="5400000">
            <a:off x="2309019" y="-251618"/>
            <a:ext cx="4525963" cy="8229600"/>
          </a:xfrm>
          <a:prstGeom prst="rect">
            <a:avLst/>
          </a:prstGeom>
          <a:noFill/>
          <a:ln>
            <a:noFill/>
          </a:ln>
        </p:spPr>
        <p:txBody>
          <a:bodyPr spcFirstLastPara="1" wrap="square" lIns="91425" tIns="45700" rIns="91425" bIns="45700" anchor="t" anchorCtr="0">
            <a:normAutofit/>
          </a:bodyPr>
          <a:lstStyle>
            <a:lvl1pPr marL="457200" lvl="0" indent="-342900" algn="l">
              <a:lnSpc>
                <a:spcPct val="100000"/>
              </a:lnSpc>
              <a:spcBef>
                <a:spcPts val="360"/>
              </a:spcBef>
              <a:spcAft>
                <a:spcPts val="0"/>
              </a:spcAft>
              <a:buClr>
                <a:schemeClr val="dk1"/>
              </a:buClr>
              <a:buSzPts val="1800"/>
              <a:buChar char="•"/>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75" name="Google Shape;75;p2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6" name="Google Shape;76;p2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7" name="Google Shape;77;p2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8"/>
        <p:cNvGrpSpPr/>
        <p:nvPr/>
      </p:nvGrpSpPr>
      <p:grpSpPr>
        <a:xfrm>
          <a:off x="0" y="0"/>
          <a:ext cx="0" cy="0"/>
          <a:chOff x="0" y="0"/>
          <a:chExt cx="0" cy="0"/>
        </a:xfrm>
      </p:grpSpPr>
      <p:sp>
        <p:nvSpPr>
          <p:cNvPr id="79" name="Google Shape;79;p27"/>
          <p:cNvSpPr txBox="1">
            <a:spLocks noGrp="1"/>
          </p:cNvSpPr>
          <p:nvPr>
            <p:ph type="title"/>
          </p:nvPr>
        </p:nvSpPr>
        <p:spPr>
          <a:xfrm rot="5400000">
            <a:off x="4732338" y="2171701"/>
            <a:ext cx="5851525" cy="20574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0" name="Google Shape;80;p27"/>
          <p:cNvSpPr txBox="1">
            <a:spLocks noGrp="1"/>
          </p:cNvSpPr>
          <p:nvPr>
            <p:ph type="body" idx="1"/>
          </p:nvPr>
        </p:nvSpPr>
        <p:spPr>
          <a:xfrm rot="5400000">
            <a:off x="541338" y="190500"/>
            <a:ext cx="5851525" cy="6019800"/>
          </a:xfrm>
          <a:prstGeom prst="rect">
            <a:avLst/>
          </a:prstGeom>
          <a:noFill/>
          <a:ln>
            <a:noFill/>
          </a:ln>
        </p:spPr>
        <p:txBody>
          <a:bodyPr spcFirstLastPara="1" wrap="square" lIns="91425" tIns="45700" rIns="91425" bIns="45700" anchor="t" anchorCtr="0">
            <a:normAutofit/>
          </a:bodyPr>
          <a:lstStyle>
            <a:lvl1pPr marL="457200" lvl="0" indent="-342900" algn="l">
              <a:lnSpc>
                <a:spcPct val="100000"/>
              </a:lnSpc>
              <a:spcBef>
                <a:spcPts val="360"/>
              </a:spcBef>
              <a:spcAft>
                <a:spcPts val="0"/>
              </a:spcAft>
              <a:buClr>
                <a:schemeClr val="dk1"/>
              </a:buClr>
              <a:buSzPts val="1800"/>
              <a:buChar char="•"/>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81" name="Google Shape;81;p2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2" name="Google Shape;82;p2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3" name="Google Shape;83;p2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 /><Relationship Id="rId3" Type="http://schemas.openxmlformats.org/officeDocument/2006/relationships/slideLayout" Target="../slideLayouts/slideLayout3.xml" /><Relationship Id="rId7" Type="http://schemas.openxmlformats.org/officeDocument/2006/relationships/slideLayout" Target="../slideLayouts/slideLayout7.xml" /><Relationship Id="rId12" Type="http://schemas.openxmlformats.org/officeDocument/2006/relationships/theme" Target="../theme/theme1.xml" /><Relationship Id="rId2" Type="http://schemas.openxmlformats.org/officeDocument/2006/relationships/slideLayout" Target="../slideLayouts/slideLayout2.xml" /><Relationship Id="rId1" Type="http://schemas.openxmlformats.org/officeDocument/2006/relationships/slideLayout" Target="../slideLayouts/slideLayout1.xml" /><Relationship Id="rId6" Type="http://schemas.openxmlformats.org/officeDocument/2006/relationships/slideLayout" Target="../slideLayouts/slideLayout6.xml" /><Relationship Id="rId11" Type="http://schemas.openxmlformats.org/officeDocument/2006/relationships/slideLayout" Target="../slideLayouts/slideLayout11.xml" /><Relationship Id="rId5" Type="http://schemas.openxmlformats.org/officeDocument/2006/relationships/slideLayout" Target="../slideLayouts/slideLayout5.xml" /><Relationship Id="rId10" Type="http://schemas.openxmlformats.org/officeDocument/2006/relationships/slideLayout" Target="../slideLayouts/slideLayout10.xml" /><Relationship Id="rId4" Type="http://schemas.openxmlformats.org/officeDocument/2006/relationships/slideLayout" Target="../slideLayouts/slideLayout4.xml" /><Relationship Id="rId9" Type="http://schemas.openxmlformats.org/officeDocument/2006/relationships/slideLayout" Target="../slideLayouts/slideLayout9.xml" /></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6"/>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marR="0" lvl="0" algn="ctr" rtl="0">
              <a:lnSpc>
                <a:spcPct val="10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16"/>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marR="0" lvl="0" indent="-431800" algn="l" rtl="0">
              <a:lnSpc>
                <a:spcPct val="100000"/>
              </a:lnSpc>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12" name="Google Shape;12;p1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 /><Relationship Id="rId2" Type="http://schemas.openxmlformats.org/officeDocument/2006/relationships/notesSlide" Target="../notesSlides/notesSlide1.xml" /><Relationship Id="rId1" Type="http://schemas.openxmlformats.org/officeDocument/2006/relationships/slideLayout" Target="../slideLayouts/slideLayout1.xml" /></Relationships>
</file>

<file path=ppt/slides/_rels/slide2.xml.rels><?xml version="1.0" encoding="UTF-8" standalone="yes"?>
<Relationships xmlns="http://schemas.openxmlformats.org/package/2006/relationships"><Relationship Id="rId3" Type="http://schemas.openxmlformats.org/officeDocument/2006/relationships/image" Target="../media/image1.jpg" /><Relationship Id="rId2" Type="http://schemas.openxmlformats.org/officeDocument/2006/relationships/notesSlide" Target="../notesSlides/notesSlide2.xml" /><Relationship Id="rId1" Type="http://schemas.openxmlformats.org/officeDocument/2006/relationships/slideLayout" Target="../slideLayouts/slideLayout2.xml" /></Relationships>
</file>

<file path=ppt/slides/_rels/slide3.xml.rels><?xml version="1.0" encoding="UTF-8" standalone="yes"?>
<Relationships xmlns="http://schemas.openxmlformats.org/package/2006/relationships"><Relationship Id="rId3" Type="http://schemas.openxmlformats.org/officeDocument/2006/relationships/image" Target="../media/image1.jpg" /><Relationship Id="rId2" Type="http://schemas.openxmlformats.org/officeDocument/2006/relationships/notesSlide" Target="../notesSlides/notesSlide3.xml" /><Relationship Id="rId1" Type="http://schemas.openxmlformats.org/officeDocument/2006/relationships/slideLayout" Target="../slideLayouts/slideLayout2.xml" /></Relationships>
</file>

<file path=ppt/slides/_rels/slide4.xml.rels><?xml version="1.0" encoding="UTF-8" standalone="yes"?>
<Relationships xmlns="http://schemas.openxmlformats.org/package/2006/relationships"><Relationship Id="rId3" Type="http://schemas.openxmlformats.org/officeDocument/2006/relationships/image" Target="../media/image1.jpg" /><Relationship Id="rId2" Type="http://schemas.openxmlformats.org/officeDocument/2006/relationships/notesSlide" Target="../notesSlides/notesSlide4.xml" /><Relationship Id="rId1" Type="http://schemas.openxmlformats.org/officeDocument/2006/relationships/slideLayout" Target="../slideLayouts/slideLayout2.xml" /></Relationships>
</file>

<file path=ppt/slides/_rels/slide5.xml.rels><?xml version="1.0" encoding="UTF-8" standalone="yes"?>
<Relationships xmlns="http://schemas.openxmlformats.org/package/2006/relationships"><Relationship Id="rId3" Type="http://schemas.openxmlformats.org/officeDocument/2006/relationships/image" Target="../media/image1.jpg" /><Relationship Id="rId2" Type="http://schemas.openxmlformats.org/officeDocument/2006/relationships/notesSlide" Target="../notesSlides/notesSlide5.xml" /><Relationship Id="rId1" Type="http://schemas.openxmlformats.org/officeDocument/2006/relationships/slideLayout" Target="../slideLayouts/slideLayout2.xml" /></Relationships>
</file>

<file path=ppt/slides/_rels/slide6.xml.rels><?xml version="1.0" encoding="UTF-8" standalone="yes"?>
<Relationships xmlns="http://schemas.openxmlformats.org/package/2006/relationships"><Relationship Id="rId3" Type="http://schemas.openxmlformats.org/officeDocument/2006/relationships/image" Target="../media/image1.jpg" /><Relationship Id="rId2" Type="http://schemas.openxmlformats.org/officeDocument/2006/relationships/notesSlide" Target="../notesSlides/notesSlide6.xml" /><Relationship Id="rId1" Type="http://schemas.openxmlformats.org/officeDocument/2006/relationships/slideLayout" Target="../slideLayouts/slideLayout2.xml" /></Relationships>
</file>

<file path=ppt/slides/_rels/slide7.xml.rels><?xml version="1.0" encoding="UTF-8" standalone="yes"?>
<Relationships xmlns="http://schemas.openxmlformats.org/package/2006/relationships"><Relationship Id="rId3" Type="http://schemas.openxmlformats.org/officeDocument/2006/relationships/image" Target="../media/image1.jpg" /><Relationship Id="rId2" Type="http://schemas.openxmlformats.org/officeDocument/2006/relationships/notesSlide" Target="../notesSlides/notesSlide7.xml" /><Relationship Id="rId1" Type="http://schemas.openxmlformats.org/officeDocument/2006/relationships/slideLayout" Target="../slideLayouts/slideLayout2.xml" /></Relationships>
</file>

<file path=ppt/slides/_rels/slide8.xml.rels><?xml version="1.0" encoding="UTF-8" standalone="yes"?>
<Relationships xmlns="http://schemas.openxmlformats.org/package/2006/relationships"><Relationship Id="rId3" Type="http://schemas.openxmlformats.org/officeDocument/2006/relationships/image" Target="../media/image1.jpg" /><Relationship Id="rId2" Type="http://schemas.openxmlformats.org/officeDocument/2006/relationships/notesSlide" Target="../notesSlides/notesSlide8.xml" /><Relationship Id="rId1" Type="http://schemas.openxmlformats.org/officeDocument/2006/relationships/slideLayout" Target="../slideLayouts/slideLayout2.xml" /><Relationship Id="rId4" Type="http://schemas.openxmlformats.org/officeDocument/2006/relationships/image" Target="../media/image2.png" /></Relationships>
</file>

<file path=ppt/slides/_rels/slide9.xml.rels><?xml version="1.0" encoding="UTF-8" standalone="yes"?>
<Relationships xmlns="http://schemas.openxmlformats.org/package/2006/relationships"><Relationship Id="rId3" Type="http://schemas.openxmlformats.org/officeDocument/2006/relationships/image" Target="../media/image1.jpg" /><Relationship Id="rId2" Type="http://schemas.openxmlformats.org/officeDocument/2006/relationships/notesSlide" Target="../notesSlides/notesSlide9.xml" /><Relationship Id="rId1" Type="http://schemas.openxmlformats.org/officeDocument/2006/relationships/slideLayout" Target="../slideLayouts/slideLayout2.xml" /></Relationships>
</file>

<file path=ppt/slides/_rels/slide10.xml.rels><?xml version="1.0" encoding="UTF-8" standalone="yes"?>
<Relationships xmlns="http://schemas.openxmlformats.org/package/2006/relationships"><Relationship Id="rId3" Type="http://schemas.openxmlformats.org/officeDocument/2006/relationships/image" Target="../media/image1.jpg" /><Relationship Id="rId2" Type="http://schemas.openxmlformats.org/officeDocument/2006/relationships/notesSlide" Target="../notesSlides/notesSlide10.xml" /><Relationship Id="rId1" Type="http://schemas.openxmlformats.org/officeDocument/2006/relationships/slideLayout" Target="../slideLayouts/slideLayout2.xml" /></Relationships>
</file>

<file path=ppt/slides/_rels/slide11.xml.rels><?xml version="1.0" encoding="UTF-8" standalone="yes"?>
<Relationships xmlns="http://schemas.openxmlformats.org/package/2006/relationships"><Relationship Id="rId3" Type="http://schemas.openxmlformats.org/officeDocument/2006/relationships/image" Target="../media/image1.jpg" /><Relationship Id="rId2" Type="http://schemas.openxmlformats.org/officeDocument/2006/relationships/notesSlide" Target="../notesSlides/notesSlide11.xml" /><Relationship Id="rId1" Type="http://schemas.openxmlformats.org/officeDocument/2006/relationships/slideLayout" Target="../slideLayouts/slideLayout2.xml" /></Relationships>
</file>

<file path=ppt/slides/_rels/slide12.xml.rels><?xml version="1.0" encoding="UTF-8" standalone="yes"?>
<Relationships xmlns="http://schemas.openxmlformats.org/package/2006/relationships"><Relationship Id="rId3" Type="http://schemas.openxmlformats.org/officeDocument/2006/relationships/image" Target="../media/image1.jpg" /><Relationship Id="rId2" Type="http://schemas.openxmlformats.org/officeDocument/2006/relationships/notesSlide" Target="../notesSlides/notesSlide12.xml" /><Relationship Id="rId1" Type="http://schemas.openxmlformats.org/officeDocument/2006/relationships/slideLayout" Target="../slideLayouts/slideLayout2.xml" /></Relationships>
</file>

<file path=ppt/slides/_rels/slide13.xml.rels><?xml version="1.0" encoding="UTF-8" standalone="yes"?>
<Relationships xmlns="http://schemas.openxmlformats.org/package/2006/relationships"><Relationship Id="rId3" Type="http://schemas.openxmlformats.org/officeDocument/2006/relationships/image" Target="../media/image1.jpg" /><Relationship Id="rId2" Type="http://schemas.openxmlformats.org/officeDocument/2006/relationships/notesSlide" Target="../notesSlides/notesSlide13.xml" /><Relationship Id="rId1" Type="http://schemas.openxmlformats.org/officeDocument/2006/relationships/slideLayout" Target="../slideLayouts/slideLayout2.xml" /></Relationships>
</file>

<file path=ppt/slides/_rels/slide14.xml.rels><?xml version="1.0" encoding="UTF-8" standalone="yes"?>
<Relationships xmlns="http://schemas.openxmlformats.org/package/2006/relationships"><Relationship Id="rId3" Type="http://schemas.openxmlformats.org/officeDocument/2006/relationships/image" Target="../media/image1.jpg" /><Relationship Id="rId2" Type="http://schemas.openxmlformats.org/officeDocument/2006/relationships/notesSlide" Target="../notesSlides/notesSlide14.xml" /><Relationship Id="rId1" Type="http://schemas.openxmlformats.org/officeDocument/2006/relationships/slideLayout" Target="../slideLayouts/slideLayout2.xml" /></Relationships>
</file>

<file path=ppt/slides/_rels/slide15.xml.rels><?xml version="1.0" encoding="UTF-8" standalone="yes"?>
<Relationships xmlns="http://schemas.openxmlformats.org/package/2006/relationships"><Relationship Id="rId3" Type="http://schemas.openxmlformats.org/officeDocument/2006/relationships/image" Target="../media/image1.jpg" /><Relationship Id="rId2" Type="http://schemas.openxmlformats.org/officeDocument/2006/relationships/notesSlide" Target="../notesSlides/notesSlide15.xml" /><Relationship Id="rId1" Type="http://schemas.openxmlformats.org/officeDocument/2006/relationships/slideLayout" Target="../slideLayouts/slideLayout2.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7"/>
        <p:cNvGrpSpPr/>
        <p:nvPr/>
      </p:nvGrpSpPr>
      <p:grpSpPr>
        <a:xfrm>
          <a:off x="0" y="0"/>
          <a:ext cx="0" cy="0"/>
          <a:chOff x="0" y="0"/>
          <a:chExt cx="0" cy="0"/>
        </a:xfrm>
      </p:grpSpPr>
      <p:sp>
        <p:nvSpPr>
          <p:cNvPr id="88" name="Google Shape;88;p1"/>
          <p:cNvSpPr txBox="1">
            <a:spLocks noGrp="1"/>
          </p:cNvSpPr>
          <p:nvPr>
            <p:ph type="ctrTitle"/>
          </p:nvPr>
        </p:nvSpPr>
        <p:spPr>
          <a:xfrm>
            <a:off x="1007275" y="2175220"/>
            <a:ext cx="7772400" cy="21531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4400"/>
              <a:buFont typeface="Calibri"/>
              <a:buNone/>
            </a:pPr>
            <a:r>
              <a:rPr lang="en-US">
                <a:latin typeface="Times New Roman"/>
                <a:ea typeface="Times New Roman"/>
                <a:cs typeface="Times New Roman"/>
                <a:sym typeface="Times New Roman"/>
              </a:rPr>
              <a:t>Electric Vehicle Charging Demand Prediction Using ARIMA Models</a:t>
            </a:r>
            <a:endParaRPr>
              <a:latin typeface="Times New Roman"/>
              <a:ea typeface="Times New Roman"/>
              <a:cs typeface="Times New Roman"/>
              <a:sym typeface="Times New Roman"/>
            </a:endParaRPr>
          </a:p>
        </p:txBody>
      </p:sp>
      <p:sp>
        <p:nvSpPr>
          <p:cNvPr id="89" name="Google Shape;89;p1"/>
          <p:cNvSpPr txBox="1">
            <a:spLocks noGrp="1"/>
          </p:cNvSpPr>
          <p:nvPr>
            <p:ph type="subTitle" idx="1"/>
          </p:nvPr>
        </p:nvSpPr>
        <p:spPr>
          <a:xfrm>
            <a:off x="5629875" y="5243500"/>
            <a:ext cx="3361800" cy="1323900"/>
          </a:xfrm>
          <a:prstGeom prst="rect">
            <a:avLst/>
          </a:prstGeom>
          <a:noFill/>
          <a:ln>
            <a:noFill/>
          </a:ln>
        </p:spPr>
        <p:txBody>
          <a:bodyPr spcFirstLastPara="1" wrap="square" lIns="91425" tIns="45700" rIns="91425" bIns="45700" anchor="ctr" anchorCtr="0">
            <a:noAutofit/>
          </a:bodyPr>
          <a:lstStyle/>
          <a:p>
            <a:pPr marL="0" lvl="0" indent="0" algn="l" rtl="0">
              <a:lnSpc>
                <a:spcPct val="150000"/>
              </a:lnSpc>
              <a:spcBef>
                <a:spcPts val="0"/>
              </a:spcBef>
              <a:spcAft>
                <a:spcPts val="0"/>
              </a:spcAft>
              <a:buSzPts val="3200"/>
              <a:buNone/>
            </a:pPr>
            <a:r>
              <a:rPr lang="en-US" sz="1500">
                <a:latin typeface="Times New Roman"/>
                <a:ea typeface="Times New Roman"/>
                <a:cs typeface="Times New Roman"/>
                <a:sym typeface="Times New Roman"/>
              </a:rPr>
              <a:t>Batch ID:</a:t>
            </a:r>
            <a:endParaRPr sz="1500">
              <a:latin typeface="Times New Roman"/>
              <a:ea typeface="Times New Roman"/>
              <a:cs typeface="Times New Roman"/>
              <a:sym typeface="Times New Roman"/>
            </a:endParaRPr>
          </a:p>
          <a:p>
            <a:pPr marL="0" lvl="0" indent="0" algn="l" rtl="0">
              <a:lnSpc>
                <a:spcPct val="150000"/>
              </a:lnSpc>
              <a:spcBef>
                <a:spcPts val="0"/>
              </a:spcBef>
              <a:spcAft>
                <a:spcPts val="0"/>
              </a:spcAft>
              <a:buSzPts val="3200"/>
              <a:buNone/>
            </a:pPr>
            <a:r>
              <a:rPr lang="en-US" sz="1500">
                <a:latin typeface="Times New Roman"/>
                <a:ea typeface="Times New Roman"/>
                <a:cs typeface="Times New Roman"/>
                <a:sym typeface="Times New Roman"/>
              </a:rPr>
              <a:t>Arpita Singh</a:t>
            </a:r>
            <a:r>
              <a:rPr lang="en-US" sz="1500"/>
              <a:t>	- </a:t>
            </a:r>
            <a:r>
              <a:rPr lang="en-US" sz="1500">
                <a:latin typeface="Times New Roman"/>
                <a:ea typeface="Times New Roman"/>
                <a:cs typeface="Times New Roman"/>
                <a:sym typeface="Times New Roman"/>
              </a:rPr>
              <a:t>RA2011003010937</a:t>
            </a:r>
            <a:endParaRPr sz="1500">
              <a:latin typeface="Times New Roman"/>
              <a:ea typeface="Times New Roman"/>
              <a:cs typeface="Times New Roman"/>
              <a:sym typeface="Times New Roman"/>
            </a:endParaRPr>
          </a:p>
          <a:p>
            <a:pPr marL="0" lvl="0" indent="0" algn="l" rtl="0">
              <a:lnSpc>
                <a:spcPct val="150000"/>
              </a:lnSpc>
              <a:spcBef>
                <a:spcPts val="0"/>
              </a:spcBef>
              <a:spcAft>
                <a:spcPts val="0"/>
              </a:spcAft>
              <a:buSzPts val="3200"/>
              <a:buNone/>
            </a:pPr>
            <a:r>
              <a:rPr lang="en-US" sz="1500">
                <a:latin typeface="Times New Roman"/>
                <a:ea typeface="Times New Roman"/>
                <a:cs typeface="Times New Roman"/>
                <a:sym typeface="Times New Roman"/>
              </a:rPr>
              <a:t>Abhinav Patil	- RA2011003010940</a:t>
            </a:r>
            <a:endParaRPr sz="1500">
              <a:latin typeface="Times New Roman"/>
              <a:ea typeface="Times New Roman"/>
              <a:cs typeface="Times New Roman"/>
              <a:sym typeface="Times New Roman"/>
            </a:endParaRPr>
          </a:p>
        </p:txBody>
      </p:sp>
      <p:pic>
        <p:nvPicPr>
          <p:cNvPr id="90" name="Google Shape;90;p1"/>
          <p:cNvPicPr preferRelativeResize="0"/>
          <p:nvPr/>
        </p:nvPicPr>
        <p:blipFill rotWithShape="1">
          <a:blip r:embed="rId3">
            <a:alphaModFix/>
          </a:blip>
          <a:srcRect/>
          <a:stretch/>
        </p:blipFill>
        <p:spPr>
          <a:xfrm>
            <a:off x="152400" y="331300"/>
            <a:ext cx="2510551" cy="1091925"/>
          </a:xfrm>
          <a:prstGeom prst="rect">
            <a:avLst/>
          </a:prstGeom>
          <a:noFill/>
          <a:ln>
            <a:noFill/>
          </a:ln>
        </p:spPr>
      </p:pic>
      <p:sp>
        <p:nvSpPr>
          <p:cNvPr id="91" name="Google Shape;91;p1"/>
          <p:cNvSpPr/>
          <p:nvPr/>
        </p:nvSpPr>
        <p:spPr>
          <a:xfrm>
            <a:off x="2638625" y="268900"/>
            <a:ext cx="6456600" cy="13239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1" i="0" u="none" strike="noStrike" cap="none">
                <a:solidFill>
                  <a:schemeClr val="dk1"/>
                </a:solidFill>
                <a:latin typeface="Times New Roman"/>
                <a:ea typeface="Times New Roman"/>
                <a:cs typeface="Times New Roman"/>
                <a:sym typeface="Times New Roman"/>
              </a:rPr>
              <a:t>SRM INSTITUTE OF SCIENCE AND TECHNOLOGY </a:t>
            </a:r>
            <a:endParaRPr sz="1800" b="0" i="0" u="none" strike="noStrike" cap="none">
              <a:solidFill>
                <a:schemeClr val="dk1"/>
              </a:solidFill>
              <a:latin typeface="Times New Roman"/>
              <a:ea typeface="Times New Roman"/>
              <a:cs typeface="Times New Roman"/>
              <a:sym typeface="Times New Roman"/>
            </a:endParaRPr>
          </a:p>
          <a:p>
            <a:pPr marL="0" marR="0" lvl="0" indent="0" algn="ctr" rtl="0">
              <a:lnSpc>
                <a:spcPct val="100000"/>
              </a:lnSpc>
              <a:spcBef>
                <a:spcPts val="0"/>
              </a:spcBef>
              <a:spcAft>
                <a:spcPts val="0"/>
              </a:spcAft>
              <a:buClr>
                <a:srgbClr val="000000"/>
              </a:buClr>
              <a:buSzPts val="1800"/>
              <a:buFont typeface="Arial"/>
              <a:buNone/>
            </a:pPr>
            <a:r>
              <a:rPr lang="en-US" sz="1800" b="1" i="0" u="none" strike="noStrike" cap="none">
                <a:solidFill>
                  <a:schemeClr val="dk1"/>
                </a:solidFill>
                <a:latin typeface="Times New Roman"/>
                <a:ea typeface="Times New Roman"/>
                <a:cs typeface="Times New Roman"/>
                <a:sym typeface="Times New Roman"/>
              </a:rPr>
              <a:t>SCHOOL OF COMPUTING</a:t>
            </a:r>
            <a:endParaRPr sz="1800" b="0" i="0" u="none" strike="noStrike" cap="none">
              <a:solidFill>
                <a:schemeClr val="dk1"/>
              </a:solidFill>
              <a:latin typeface="Times New Roman"/>
              <a:ea typeface="Times New Roman"/>
              <a:cs typeface="Times New Roman"/>
              <a:sym typeface="Times New Roman"/>
            </a:endParaRPr>
          </a:p>
          <a:p>
            <a:pPr marL="0" marR="0" lvl="0" indent="0" algn="ctr" rtl="0">
              <a:lnSpc>
                <a:spcPct val="100000"/>
              </a:lnSpc>
              <a:spcBef>
                <a:spcPts val="0"/>
              </a:spcBef>
              <a:spcAft>
                <a:spcPts val="0"/>
              </a:spcAft>
              <a:buClr>
                <a:srgbClr val="000000"/>
              </a:buClr>
              <a:buSzPts val="1800"/>
              <a:buFont typeface="Arial"/>
              <a:buNone/>
            </a:pPr>
            <a:r>
              <a:rPr lang="en-US" sz="1800" b="1" i="0" u="none" strike="noStrike" cap="none">
                <a:solidFill>
                  <a:schemeClr val="dk1"/>
                </a:solidFill>
                <a:latin typeface="Times New Roman"/>
                <a:ea typeface="Times New Roman"/>
                <a:cs typeface="Times New Roman"/>
                <a:sym typeface="Times New Roman"/>
              </a:rPr>
              <a:t>DEPARTMENT OF COMPUTING TECHNOLOGIES</a:t>
            </a:r>
            <a:endParaRPr sz="1800" b="0" i="0" u="none" strike="noStrike" cap="none">
              <a:solidFill>
                <a:schemeClr val="dk1"/>
              </a:solidFill>
              <a:latin typeface="Times New Roman"/>
              <a:ea typeface="Times New Roman"/>
              <a:cs typeface="Times New Roman"/>
              <a:sym typeface="Times New Roman"/>
            </a:endParaRPr>
          </a:p>
          <a:p>
            <a:pPr marL="0" marR="0" lvl="0" indent="0" algn="ctr" rtl="0">
              <a:lnSpc>
                <a:spcPct val="100000"/>
              </a:lnSpc>
              <a:spcBef>
                <a:spcPts val="0"/>
              </a:spcBef>
              <a:spcAft>
                <a:spcPts val="0"/>
              </a:spcAft>
              <a:buClr>
                <a:srgbClr val="000000"/>
              </a:buClr>
              <a:buSzPts val="1800"/>
              <a:buFont typeface="Arial"/>
              <a:buNone/>
            </a:pPr>
            <a:r>
              <a:rPr lang="en-US" sz="1800" b="1" i="0" u="none" strike="noStrike" cap="none">
                <a:solidFill>
                  <a:schemeClr val="dk1"/>
                </a:solidFill>
                <a:latin typeface="Times New Roman"/>
                <a:ea typeface="Times New Roman"/>
                <a:cs typeface="Times New Roman"/>
                <a:sym typeface="Times New Roman"/>
              </a:rPr>
              <a:t>18CSP107L / 18CSP108L - MINOR PROJECT / INTERNSHIP</a:t>
            </a:r>
            <a:endParaRPr sz="1800" b="0" i="0" u="none" strike="noStrike" cap="none">
              <a:solidFill>
                <a:schemeClr val="dk1"/>
              </a:solidFill>
              <a:latin typeface="Times New Roman"/>
              <a:ea typeface="Times New Roman"/>
              <a:cs typeface="Times New Roman"/>
              <a:sym typeface="Times New Roman"/>
            </a:endParaRPr>
          </a:p>
        </p:txBody>
      </p:sp>
      <p:sp>
        <p:nvSpPr>
          <p:cNvPr id="92" name="Google Shape;92;p1"/>
          <p:cNvSpPr txBox="1"/>
          <p:nvPr/>
        </p:nvSpPr>
        <p:spPr>
          <a:xfrm>
            <a:off x="228600" y="5310150"/>
            <a:ext cx="3471900" cy="1190700"/>
          </a:xfrm>
          <a:prstGeom prst="rect">
            <a:avLst/>
          </a:prstGeom>
          <a:noFill/>
          <a:ln>
            <a:noFill/>
          </a:ln>
        </p:spPr>
        <p:txBody>
          <a:bodyPr spcFirstLastPara="1" wrap="square" lIns="91425" tIns="45700" rIns="91425" bIns="45700" anchor="t" anchorCtr="0">
            <a:normAutofit fontScale="47500" lnSpcReduction="20000"/>
          </a:bodyPr>
          <a:lstStyle/>
          <a:p>
            <a:pPr marL="0" marR="0" lvl="0" indent="0" algn="l" rtl="0">
              <a:lnSpc>
                <a:spcPct val="170000"/>
              </a:lnSpc>
              <a:spcBef>
                <a:spcPts val="592"/>
              </a:spcBef>
              <a:spcAft>
                <a:spcPts val="0"/>
              </a:spcAft>
              <a:buClr>
                <a:srgbClr val="888888"/>
              </a:buClr>
              <a:buSzPct val="100000"/>
              <a:buFont typeface="Arial"/>
              <a:buNone/>
            </a:pPr>
            <a:r>
              <a:rPr lang="en-US" sz="3200" b="0" i="0" u="none" strike="noStrike" cap="none">
                <a:solidFill>
                  <a:srgbClr val="888888"/>
                </a:solidFill>
                <a:latin typeface="Times New Roman"/>
                <a:ea typeface="Times New Roman"/>
                <a:cs typeface="Times New Roman"/>
                <a:sym typeface="Times New Roman"/>
              </a:rPr>
              <a:t>Guide name: Dr Sibi Amaran</a:t>
            </a:r>
            <a:endParaRPr sz="1400" b="0" i="0" u="none" strike="noStrike" cap="none">
              <a:solidFill>
                <a:srgbClr val="000000"/>
              </a:solidFill>
              <a:latin typeface="Arial"/>
              <a:ea typeface="Arial"/>
              <a:cs typeface="Arial"/>
              <a:sym typeface="Arial"/>
            </a:endParaRPr>
          </a:p>
          <a:p>
            <a:pPr marL="0" marR="0" lvl="0" indent="0" algn="l" rtl="0">
              <a:lnSpc>
                <a:spcPct val="170000"/>
              </a:lnSpc>
              <a:spcBef>
                <a:spcPts val="592"/>
              </a:spcBef>
              <a:spcAft>
                <a:spcPts val="0"/>
              </a:spcAft>
              <a:buClr>
                <a:srgbClr val="888888"/>
              </a:buClr>
              <a:buSzPct val="100000"/>
              <a:buFont typeface="Arial"/>
              <a:buNone/>
            </a:pPr>
            <a:r>
              <a:rPr lang="en-US" sz="3200" b="0" i="0" u="none" strike="noStrike" cap="none">
                <a:solidFill>
                  <a:srgbClr val="888888"/>
                </a:solidFill>
                <a:latin typeface="Times New Roman"/>
                <a:ea typeface="Times New Roman"/>
                <a:cs typeface="Times New Roman"/>
                <a:sym typeface="Times New Roman"/>
              </a:rPr>
              <a:t>Designation: Assistant Professor</a:t>
            </a:r>
            <a:endParaRPr sz="3200" b="0" i="0" u="none" strike="noStrike" cap="none">
              <a:solidFill>
                <a:srgbClr val="888888"/>
              </a:solidFill>
              <a:latin typeface="Times New Roman"/>
              <a:ea typeface="Times New Roman"/>
              <a:cs typeface="Times New Roman"/>
              <a:sym typeface="Times New Roman"/>
            </a:endParaRPr>
          </a:p>
          <a:p>
            <a:pPr marL="0" marR="0" lvl="0" indent="0" algn="l" rtl="0">
              <a:lnSpc>
                <a:spcPct val="170000"/>
              </a:lnSpc>
              <a:spcBef>
                <a:spcPts val="592"/>
              </a:spcBef>
              <a:spcAft>
                <a:spcPts val="0"/>
              </a:spcAft>
              <a:buClr>
                <a:srgbClr val="888888"/>
              </a:buClr>
              <a:buSzPct val="100000"/>
              <a:buFont typeface="Arial"/>
              <a:buNone/>
            </a:pPr>
            <a:r>
              <a:rPr lang="en-US" sz="3200" b="0" i="0" u="none" strike="noStrike" cap="none">
                <a:solidFill>
                  <a:srgbClr val="888888"/>
                </a:solidFill>
                <a:latin typeface="Times New Roman"/>
                <a:ea typeface="Times New Roman"/>
                <a:cs typeface="Times New Roman"/>
                <a:sym typeface="Times New Roman"/>
              </a:rPr>
              <a:t>Department: CTECH</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6"/>
        <p:cNvGrpSpPr/>
        <p:nvPr/>
      </p:nvGrpSpPr>
      <p:grpSpPr>
        <a:xfrm>
          <a:off x="0" y="0"/>
          <a:ext cx="0" cy="0"/>
          <a:chOff x="0" y="0"/>
          <a:chExt cx="0" cy="0"/>
        </a:xfrm>
      </p:grpSpPr>
      <p:sp>
        <p:nvSpPr>
          <p:cNvPr id="97" name="Google Shape;97;p2"/>
          <p:cNvSpPr txBox="1">
            <a:spLocks noGrp="1"/>
          </p:cNvSpPr>
          <p:nvPr>
            <p:ph type="title"/>
          </p:nvPr>
        </p:nvSpPr>
        <p:spPr>
          <a:xfrm>
            <a:off x="2466350" y="274650"/>
            <a:ext cx="6220500" cy="11430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1"/>
              </a:buClr>
              <a:buSzPts val="3960"/>
              <a:buFont typeface="Calibri"/>
              <a:buNone/>
            </a:pPr>
            <a:r>
              <a:rPr lang="en-US" sz="3060"/>
              <a:t>  </a:t>
            </a:r>
            <a:r>
              <a:rPr lang="en-US" sz="3060">
                <a:latin typeface="Times New Roman"/>
                <a:ea typeface="Times New Roman"/>
                <a:cs typeface="Times New Roman"/>
                <a:sym typeface="Times New Roman"/>
              </a:rPr>
              <a:t>Electric Vehicle Charging Demand Prediction Using ARIMA Models</a:t>
            </a:r>
            <a:endParaRPr sz="3060"/>
          </a:p>
        </p:txBody>
      </p:sp>
      <p:sp>
        <p:nvSpPr>
          <p:cNvPr id="98" name="Google Shape;98;p2"/>
          <p:cNvSpPr txBox="1">
            <a:spLocks noGrp="1"/>
          </p:cNvSpPr>
          <p:nvPr>
            <p:ph type="body" idx="1"/>
          </p:nvPr>
        </p:nvSpPr>
        <p:spPr>
          <a:xfrm>
            <a:off x="814700" y="1600200"/>
            <a:ext cx="7872300" cy="4526100"/>
          </a:xfrm>
          <a:prstGeom prst="rect">
            <a:avLst/>
          </a:prstGeom>
          <a:noFill/>
          <a:ln>
            <a:noFill/>
          </a:ln>
        </p:spPr>
        <p:txBody>
          <a:bodyPr spcFirstLastPara="1" wrap="square" lIns="91425" tIns="45700" rIns="91425" bIns="45700" anchor="t" anchorCtr="0">
            <a:normAutofit lnSpcReduction="10000"/>
          </a:bodyPr>
          <a:lstStyle/>
          <a:p>
            <a:pPr marL="0" lvl="0" indent="0" algn="l" rtl="0">
              <a:lnSpc>
                <a:spcPct val="100000"/>
              </a:lnSpc>
              <a:spcBef>
                <a:spcPts val="0"/>
              </a:spcBef>
              <a:spcAft>
                <a:spcPts val="0"/>
              </a:spcAft>
              <a:buClr>
                <a:schemeClr val="dk1"/>
              </a:buClr>
              <a:buSzPts val="3200"/>
              <a:buNone/>
            </a:pPr>
            <a:r>
              <a:rPr lang="en-US">
                <a:latin typeface="Times New Roman"/>
                <a:ea typeface="Times New Roman"/>
                <a:cs typeface="Times New Roman"/>
                <a:sym typeface="Times New Roman"/>
              </a:rPr>
              <a:t>Abstract                    </a:t>
            </a:r>
            <a:endParaRPr sz="1200">
              <a:latin typeface="Times New Roman"/>
              <a:ea typeface="Times New Roman"/>
              <a:cs typeface="Times New Roman"/>
              <a:sym typeface="Times New Roman"/>
            </a:endParaRPr>
          </a:p>
          <a:p>
            <a:pPr marL="0" lvl="0" indent="0" algn="l" rtl="0">
              <a:lnSpc>
                <a:spcPct val="150000"/>
              </a:lnSpc>
              <a:spcBef>
                <a:spcPts val="640"/>
              </a:spcBef>
              <a:spcAft>
                <a:spcPts val="0"/>
              </a:spcAft>
              <a:buClr>
                <a:schemeClr val="dk1"/>
              </a:buClr>
              <a:buSzPts val="1100"/>
              <a:buNone/>
            </a:pPr>
            <a:r>
              <a:rPr lang="en-US" sz="1400">
                <a:latin typeface="Times New Roman"/>
                <a:ea typeface="Times New Roman"/>
                <a:cs typeface="Times New Roman"/>
                <a:sym typeface="Times New Roman"/>
              </a:rPr>
              <a:t>Rising concerns regarding climate change, notably the surge in greenhouse gas emissions, have attained paramount significance in the agendas of both U.S. and global policymakers. Transportation, responsible for 29% of U.S. greenhouse gas emissions according to the U.S. Environmental Protection Agency (EPA), stands as the nation's leading contributor to this challenge. In parallel, substantial policy initiatives at the national and state levels are underway, and key automotive manufacturers like Ford, GM, and Volvo have committed to a complete transition to electric vehicles (EVs) within the next decade, heralding a profound shift in the automotive industry. This impending transformation, combined with public and private sector efforts, is poised to generate a substantial increase in EV demand. This report focuses on the application of machine learning models to predict energy consumption patterns within EV charging infrastructure, enabling governments and public utilities to strategically plan and manage public charging networks. By proactively forecasting future EV charger energy consumption, this study aims to pinpoint regions of high demand, facilitating optimized infrastructure expansion and resource utilization, aligning with sustainability goals and the evolving EV landscape.</a:t>
            </a:r>
            <a:endParaRPr>
              <a:latin typeface="Times New Roman"/>
              <a:ea typeface="Times New Roman"/>
              <a:cs typeface="Times New Roman"/>
              <a:sym typeface="Times New Roman"/>
            </a:endParaRPr>
          </a:p>
        </p:txBody>
      </p:sp>
      <p:pic>
        <p:nvPicPr>
          <p:cNvPr id="99" name="Google Shape;99;p2"/>
          <p:cNvPicPr preferRelativeResize="0"/>
          <p:nvPr/>
        </p:nvPicPr>
        <p:blipFill rotWithShape="1">
          <a:blip r:embed="rId3">
            <a:alphaModFix/>
          </a:blip>
          <a:srcRect/>
          <a:stretch/>
        </p:blipFill>
        <p:spPr>
          <a:xfrm>
            <a:off x="228600" y="553353"/>
            <a:ext cx="2237740" cy="755015"/>
          </a:xfrm>
          <a:prstGeom prst="rect">
            <a:avLst/>
          </a:prstGeom>
          <a:noFill/>
          <a:ln>
            <a:noFill/>
          </a:ln>
        </p:spPr>
      </p:pic>
      <p:sp>
        <p:nvSpPr>
          <p:cNvPr id="100" name="Google Shape;100;p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US" b="1"/>
              <a:t>04-11-2023</a:t>
            </a:r>
            <a:endParaRPr/>
          </a:p>
        </p:txBody>
      </p:sp>
      <p:sp>
        <p:nvSpPr>
          <p:cNvPr id="101" name="Google Shape;101;p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2</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5"/>
        <p:cNvGrpSpPr/>
        <p:nvPr/>
      </p:nvGrpSpPr>
      <p:grpSpPr>
        <a:xfrm>
          <a:off x="0" y="0"/>
          <a:ext cx="0" cy="0"/>
          <a:chOff x="0" y="0"/>
          <a:chExt cx="0" cy="0"/>
        </a:xfrm>
      </p:grpSpPr>
      <p:sp>
        <p:nvSpPr>
          <p:cNvPr id="106" name="Google Shape;106;p3"/>
          <p:cNvSpPr txBox="1">
            <a:spLocks noGrp="1"/>
          </p:cNvSpPr>
          <p:nvPr>
            <p:ph type="title"/>
          </p:nvPr>
        </p:nvSpPr>
        <p:spPr>
          <a:xfrm>
            <a:off x="2466350" y="274650"/>
            <a:ext cx="6220500" cy="11430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1"/>
              </a:buClr>
              <a:buSzPts val="3960"/>
              <a:buFont typeface="Calibri"/>
              <a:buNone/>
            </a:pPr>
            <a:r>
              <a:rPr lang="en-US" sz="3060"/>
              <a:t>  </a:t>
            </a:r>
            <a:r>
              <a:rPr lang="en-US" sz="3060">
                <a:latin typeface="Times New Roman"/>
                <a:ea typeface="Times New Roman"/>
                <a:cs typeface="Times New Roman"/>
                <a:sym typeface="Times New Roman"/>
              </a:rPr>
              <a:t>Electric Vehicle Charging Demand Prediction Using ARIMA Models</a:t>
            </a:r>
            <a:endParaRPr sz="3060"/>
          </a:p>
        </p:txBody>
      </p:sp>
      <p:sp>
        <p:nvSpPr>
          <p:cNvPr id="107" name="Google Shape;107;p3"/>
          <p:cNvSpPr txBox="1">
            <a:spLocks noGrp="1"/>
          </p:cNvSpPr>
          <p:nvPr>
            <p:ph type="body" idx="1"/>
          </p:nvPr>
        </p:nvSpPr>
        <p:spPr>
          <a:xfrm>
            <a:off x="632300" y="1600200"/>
            <a:ext cx="8054400" cy="4526100"/>
          </a:xfrm>
          <a:prstGeom prst="rect">
            <a:avLst/>
          </a:prstGeom>
          <a:noFill/>
          <a:ln>
            <a:noFill/>
          </a:ln>
        </p:spPr>
        <p:txBody>
          <a:bodyPr spcFirstLastPara="1" wrap="square" lIns="91425" tIns="45700" rIns="91425" bIns="45700" anchor="t" anchorCtr="0">
            <a:normAutofit fontScale="92500" lnSpcReduction="20000"/>
          </a:bodyPr>
          <a:lstStyle/>
          <a:p>
            <a:pPr marL="0" lvl="0" indent="0" algn="l" rtl="0">
              <a:lnSpc>
                <a:spcPct val="100000"/>
              </a:lnSpc>
              <a:spcBef>
                <a:spcPts val="0"/>
              </a:spcBef>
              <a:spcAft>
                <a:spcPts val="0"/>
              </a:spcAft>
              <a:buClr>
                <a:schemeClr val="dk1"/>
              </a:buClr>
              <a:buSzPct val="100000"/>
              <a:buFont typeface="Arial"/>
              <a:buNone/>
            </a:pPr>
            <a:r>
              <a:rPr lang="en-US">
                <a:latin typeface="Times New Roman"/>
                <a:ea typeface="Times New Roman"/>
                <a:cs typeface="Times New Roman"/>
                <a:sym typeface="Times New Roman"/>
              </a:rPr>
              <a:t>  Introduction                   </a:t>
            </a:r>
            <a:endParaRPr>
              <a:latin typeface="Times New Roman"/>
              <a:ea typeface="Times New Roman"/>
              <a:cs typeface="Times New Roman"/>
              <a:sym typeface="Times New Roman"/>
            </a:endParaRPr>
          </a:p>
          <a:p>
            <a:pPr marL="203200" lvl="0" indent="0" algn="just" rtl="0">
              <a:lnSpc>
                <a:spcPct val="150000"/>
              </a:lnSpc>
              <a:spcBef>
                <a:spcPts val="640"/>
              </a:spcBef>
              <a:spcAft>
                <a:spcPts val="0"/>
              </a:spcAft>
              <a:buClr>
                <a:schemeClr val="dk1"/>
              </a:buClr>
              <a:buSzPct val="78571"/>
              <a:buNone/>
            </a:pPr>
            <a:r>
              <a:rPr lang="en-US" sz="1400">
                <a:latin typeface="Times New Roman"/>
                <a:ea typeface="Times New Roman"/>
                <a:cs typeface="Times New Roman"/>
                <a:sym typeface="Times New Roman"/>
              </a:rPr>
              <a:t>In recent years, there has been a growing global apprehension regarding climate change, coupled with mounting concerns over escalating greenhouse gas emissions. The transportation sector, recognized as a substantial contributor, is responsible for a significant 29% of total greenhouse gas emissions in various countries. In response to this critical challenge, governments worldwide, akin to the efforts seen in the United States under the Biden administration, are actively pursuing bipartisan infrastructure agreements prioritizing clean energy initiatives and the establishment of comprehensive electric vehicle (EV) charging networks. Beyond the scope of national-level endeavors, several states and regions are independently undertaking progressive actions, exemplified by the mandates in California and Washington to phase out gasoline-powered vehicles by 2035 and 2030, respectively.</a:t>
            </a:r>
            <a:endParaRPr sz="1400">
              <a:latin typeface="Times New Roman"/>
              <a:ea typeface="Times New Roman"/>
              <a:cs typeface="Times New Roman"/>
              <a:sym typeface="Times New Roman"/>
            </a:endParaRPr>
          </a:p>
          <a:p>
            <a:pPr marL="203200" lvl="0" indent="0" algn="just" rtl="0">
              <a:lnSpc>
                <a:spcPct val="150000"/>
              </a:lnSpc>
              <a:spcBef>
                <a:spcPts val="640"/>
              </a:spcBef>
              <a:spcAft>
                <a:spcPts val="0"/>
              </a:spcAft>
              <a:buClr>
                <a:schemeClr val="dk1"/>
              </a:buClr>
              <a:buSzPct val="78571"/>
              <a:buNone/>
            </a:pPr>
            <a:r>
              <a:rPr lang="en-US" sz="1400">
                <a:latin typeface="Times New Roman"/>
                <a:ea typeface="Times New Roman"/>
                <a:cs typeface="Times New Roman"/>
                <a:sym typeface="Times New Roman"/>
              </a:rPr>
              <a:t>Furthermore, noteworthy developments within the private sector are evident, epitomized by major automotive manufacturers such as Ford, GM, and Volvo committing to full electrification within the upcoming decade, signifying a profound transformation in the automotive industry. These collective endeavors, spanning public and private sectors, are poised to precipitate an unprecedented surge in demand for electric vehicles. The paramount inquiry that arises pertains to the readiness and capacity of existing charging infrastructure to effectively accommodate this impending surge in global EV demand, transcending geographical boundaries and emerging as a matter of international concern.</a:t>
            </a:r>
            <a:endParaRPr>
              <a:latin typeface="Times New Roman"/>
              <a:ea typeface="Times New Roman"/>
              <a:cs typeface="Times New Roman"/>
              <a:sym typeface="Times New Roman"/>
            </a:endParaRPr>
          </a:p>
        </p:txBody>
      </p:sp>
      <p:pic>
        <p:nvPicPr>
          <p:cNvPr id="108" name="Google Shape;108;p3"/>
          <p:cNvPicPr preferRelativeResize="0"/>
          <p:nvPr/>
        </p:nvPicPr>
        <p:blipFill rotWithShape="1">
          <a:blip r:embed="rId3">
            <a:alphaModFix/>
          </a:blip>
          <a:srcRect/>
          <a:stretch/>
        </p:blipFill>
        <p:spPr>
          <a:xfrm>
            <a:off x="228600" y="553353"/>
            <a:ext cx="2237740" cy="755015"/>
          </a:xfrm>
          <a:prstGeom prst="rect">
            <a:avLst/>
          </a:prstGeom>
          <a:noFill/>
          <a:ln>
            <a:noFill/>
          </a:ln>
        </p:spPr>
      </p:pic>
      <p:sp>
        <p:nvSpPr>
          <p:cNvPr id="109" name="Google Shape;109;p3"/>
          <p:cNvSpPr txBox="1">
            <a:spLocks noGrp="1"/>
          </p:cNvSpPr>
          <p:nvPr>
            <p:ph type="dt" idx="10"/>
          </p:nvPr>
        </p:nvSpPr>
        <p:spPr>
          <a:xfrm>
            <a:off x="457200" y="6356350"/>
            <a:ext cx="2133600" cy="3651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US" b="1"/>
              <a:t>04-11-2023</a:t>
            </a:r>
            <a:endParaRPr/>
          </a:p>
        </p:txBody>
      </p:sp>
      <p:sp>
        <p:nvSpPr>
          <p:cNvPr id="110" name="Google Shape;110;p3"/>
          <p:cNvSpPr txBox="1">
            <a:spLocks noGrp="1"/>
          </p:cNvSpPr>
          <p:nvPr>
            <p:ph type="sldNum" idx="12"/>
          </p:nvPr>
        </p:nvSpPr>
        <p:spPr>
          <a:xfrm>
            <a:off x="6553200" y="6356350"/>
            <a:ext cx="21336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3</a:t>
            </a:fld>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14"/>
        <p:cNvGrpSpPr/>
        <p:nvPr/>
      </p:nvGrpSpPr>
      <p:grpSpPr>
        <a:xfrm>
          <a:off x="0" y="0"/>
          <a:ext cx="0" cy="0"/>
          <a:chOff x="0" y="0"/>
          <a:chExt cx="0" cy="0"/>
        </a:xfrm>
      </p:grpSpPr>
      <p:sp>
        <p:nvSpPr>
          <p:cNvPr id="115" name="Google Shape;115;p4"/>
          <p:cNvSpPr txBox="1">
            <a:spLocks noGrp="1"/>
          </p:cNvSpPr>
          <p:nvPr>
            <p:ph type="title"/>
          </p:nvPr>
        </p:nvSpPr>
        <p:spPr>
          <a:xfrm>
            <a:off x="2466350" y="274650"/>
            <a:ext cx="6220500" cy="11430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1"/>
              </a:buClr>
              <a:buSzPts val="3960"/>
              <a:buFont typeface="Calibri"/>
              <a:buNone/>
            </a:pPr>
            <a:r>
              <a:rPr lang="en-US" sz="3060"/>
              <a:t>  </a:t>
            </a:r>
            <a:r>
              <a:rPr lang="en-US" sz="3060">
                <a:latin typeface="Times New Roman"/>
                <a:ea typeface="Times New Roman"/>
                <a:cs typeface="Times New Roman"/>
                <a:sym typeface="Times New Roman"/>
              </a:rPr>
              <a:t>Electric Vehicle Charging Demand Prediction Using ARIMA Models</a:t>
            </a:r>
            <a:endParaRPr sz="3060"/>
          </a:p>
        </p:txBody>
      </p:sp>
      <p:sp>
        <p:nvSpPr>
          <p:cNvPr id="116" name="Google Shape;116;p4"/>
          <p:cNvSpPr txBox="1">
            <a:spLocks noGrp="1"/>
          </p:cNvSpPr>
          <p:nvPr>
            <p:ph type="body" idx="1"/>
          </p:nvPr>
        </p:nvSpPr>
        <p:spPr>
          <a:xfrm>
            <a:off x="668775" y="1600200"/>
            <a:ext cx="8018100" cy="4756200"/>
          </a:xfrm>
          <a:prstGeom prst="rect">
            <a:avLst/>
          </a:prstGeom>
          <a:noFill/>
          <a:ln>
            <a:noFill/>
          </a:ln>
        </p:spPr>
        <p:txBody>
          <a:bodyPr spcFirstLastPara="1" wrap="square" lIns="91425" tIns="45700" rIns="91425" bIns="45700" anchor="t" anchorCtr="0">
            <a:normAutofit fontScale="62500"/>
          </a:bodyPr>
          <a:lstStyle/>
          <a:p>
            <a:pPr marL="0" lvl="0" indent="0" algn="l" rtl="0">
              <a:lnSpc>
                <a:spcPct val="100000"/>
              </a:lnSpc>
              <a:spcBef>
                <a:spcPts val="0"/>
              </a:spcBef>
              <a:spcAft>
                <a:spcPts val="0"/>
              </a:spcAft>
              <a:buClr>
                <a:schemeClr val="dk1"/>
              </a:buClr>
              <a:buSzPct val="100000"/>
              <a:buFont typeface="Arial"/>
              <a:buNone/>
            </a:pPr>
            <a:r>
              <a:rPr lang="en-US">
                <a:latin typeface="Times New Roman"/>
                <a:ea typeface="Times New Roman"/>
                <a:cs typeface="Times New Roman"/>
                <a:sym typeface="Times New Roman"/>
              </a:rPr>
              <a:t>   Existing System                  </a:t>
            </a:r>
            <a:endParaRPr>
              <a:latin typeface="Times New Roman"/>
              <a:ea typeface="Times New Roman"/>
              <a:cs typeface="Times New Roman"/>
              <a:sym typeface="Times New Roman"/>
            </a:endParaRPr>
          </a:p>
          <a:p>
            <a:pPr marL="203200" lvl="0" indent="0" algn="just" rtl="0">
              <a:lnSpc>
                <a:spcPct val="150000"/>
              </a:lnSpc>
              <a:spcBef>
                <a:spcPts val="640"/>
              </a:spcBef>
              <a:spcAft>
                <a:spcPts val="0"/>
              </a:spcAft>
              <a:buClr>
                <a:schemeClr val="dk1"/>
              </a:buClr>
              <a:buSzPct val="65753"/>
              <a:buNone/>
            </a:pPr>
            <a:r>
              <a:rPr lang="en-US" sz="1670">
                <a:latin typeface="Times New Roman"/>
                <a:ea typeface="Times New Roman"/>
                <a:cs typeface="Times New Roman"/>
                <a:sym typeface="Times New Roman"/>
              </a:rPr>
              <a:t>The literature review has revealed several critical insights into the field of electric vehicle (EV) charging demand prediction. These studies emphasize the importance of real-world factors such as traffic distribution and weather conditions in enhancing prediction accuracy. Utilizing historical traffic and weather data, one research paper crafted a forecasting model employing cluster analysis, relational analysis, and decision trees to classify traffic patterns and influential factors. This approach enables power system engineers to anticipate EV charging demand based on these factors, forming the foundation for understanding the impact on the power grid. Furthermore, advanced machine learning techniques have played a pivotal role in improving EV charging demand prediction. Several studies validated the effectiveness of these techniques in real-world settings, with Seq2seq models demonstrating remarkable proficiency in multi-step predictions, promising higher accuracy in forecasting. In addition, novel approaches address the challenges in predicting energy demand in EV networks, introducing concepts like energy demand learning (EDL) and federated energy demand learning (FEDL). These approaches reduce communication overhead and protect data privacy for EV users, ultimately enhancing the accuracy of predictions.</a:t>
            </a:r>
            <a:endParaRPr sz="1670">
              <a:latin typeface="Times New Roman"/>
              <a:ea typeface="Times New Roman"/>
              <a:cs typeface="Times New Roman"/>
              <a:sym typeface="Times New Roman"/>
            </a:endParaRPr>
          </a:p>
          <a:p>
            <a:pPr marL="203200" lvl="0" indent="0" algn="just" rtl="0">
              <a:lnSpc>
                <a:spcPct val="150000"/>
              </a:lnSpc>
              <a:spcBef>
                <a:spcPts val="640"/>
              </a:spcBef>
              <a:spcAft>
                <a:spcPts val="0"/>
              </a:spcAft>
              <a:buClr>
                <a:schemeClr val="dk1"/>
              </a:buClr>
              <a:buSzPct val="65753"/>
              <a:buNone/>
            </a:pPr>
            <a:r>
              <a:rPr lang="en-US" sz="1670">
                <a:latin typeface="Times New Roman"/>
                <a:ea typeface="Times New Roman"/>
                <a:cs typeface="Times New Roman"/>
                <a:sym typeface="Times New Roman"/>
              </a:rPr>
              <a:t>Predicting EV charging demand in urban areas has been a specific focus, given the complexities of urban road networks. Leveraging real-time CCTV data and advanced modeling techniques, these studies offer valuable insights into planning adaptive EV charging infrastructures. Moreover, Long Short-Term Memory (LSTM) neural networks have demonstrated their effectiveness in EV charging demand prediction across multiple papers, particularly outperforming traditional time series models like ARIMA, especially when using shorter time spans and intervals. In summary, this collection of research underscores the significance of incorporating real-world data, advanced machine learning techniques, and privacy-preserving approaches to enhance the accuracy and effectiveness of EV charging demand prediction models. These findings offer valuable insights and contribute to the foundation for your paper titled "EV Charging Demand Prediction using ARIMA Models.</a:t>
            </a:r>
            <a:endParaRPr sz="3471">
              <a:latin typeface="Times New Roman"/>
              <a:ea typeface="Times New Roman"/>
              <a:cs typeface="Times New Roman"/>
              <a:sym typeface="Times New Roman"/>
            </a:endParaRPr>
          </a:p>
        </p:txBody>
      </p:sp>
      <p:pic>
        <p:nvPicPr>
          <p:cNvPr id="117" name="Google Shape;117;p4"/>
          <p:cNvPicPr preferRelativeResize="0"/>
          <p:nvPr/>
        </p:nvPicPr>
        <p:blipFill rotWithShape="1">
          <a:blip r:embed="rId3">
            <a:alphaModFix/>
          </a:blip>
          <a:srcRect/>
          <a:stretch/>
        </p:blipFill>
        <p:spPr>
          <a:xfrm>
            <a:off x="228600" y="553353"/>
            <a:ext cx="2237740" cy="755015"/>
          </a:xfrm>
          <a:prstGeom prst="rect">
            <a:avLst/>
          </a:prstGeom>
          <a:noFill/>
          <a:ln>
            <a:noFill/>
          </a:ln>
        </p:spPr>
      </p:pic>
      <p:sp>
        <p:nvSpPr>
          <p:cNvPr id="118" name="Google Shape;118;p4"/>
          <p:cNvSpPr txBox="1">
            <a:spLocks noGrp="1"/>
          </p:cNvSpPr>
          <p:nvPr>
            <p:ph type="dt" idx="10"/>
          </p:nvPr>
        </p:nvSpPr>
        <p:spPr>
          <a:xfrm>
            <a:off x="457200" y="6356350"/>
            <a:ext cx="2133600" cy="3651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US" b="1"/>
              <a:t>04-11-2023</a:t>
            </a:r>
            <a:endParaRPr/>
          </a:p>
        </p:txBody>
      </p:sp>
      <p:sp>
        <p:nvSpPr>
          <p:cNvPr id="119" name="Google Shape;119;p4"/>
          <p:cNvSpPr txBox="1">
            <a:spLocks noGrp="1"/>
          </p:cNvSpPr>
          <p:nvPr>
            <p:ph type="sldNum" idx="12"/>
          </p:nvPr>
        </p:nvSpPr>
        <p:spPr>
          <a:xfrm>
            <a:off x="6553200" y="6356350"/>
            <a:ext cx="21336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4</a:t>
            </a:fld>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23"/>
        <p:cNvGrpSpPr/>
        <p:nvPr/>
      </p:nvGrpSpPr>
      <p:grpSpPr>
        <a:xfrm>
          <a:off x="0" y="0"/>
          <a:ext cx="0" cy="0"/>
          <a:chOff x="0" y="0"/>
          <a:chExt cx="0" cy="0"/>
        </a:xfrm>
      </p:grpSpPr>
      <p:sp>
        <p:nvSpPr>
          <p:cNvPr id="124" name="Google Shape;124;p5"/>
          <p:cNvSpPr txBox="1">
            <a:spLocks noGrp="1"/>
          </p:cNvSpPr>
          <p:nvPr>
            <p:ph type="title"/>
          </p:nvPr>
        </p:nvSpPr>
        <p:spPr>
          <a:xfrm>
            <a:off x="2466350" y="274650"/>
            <a:ext cx="6220500" cy="11430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1"/>
              </a:buClr>
              <a:buSzPts val="3960"/>
              <a:buFont typeface="Calibri"/>
              <a:buNone/>
            </a:pPr>
            <a:r>
              <a:rPr lang="en-US" sz="3060"/>
              <a:t>  </a:t>
            </a:r>
            <a:r>
              <a:rPr lang="en-US" sz="3060">
                <a:latin typeface="Times New Roman"/>
                <a:ea typeface="Times New Roman"/>
                <a:cs typeface="Times New Roman"/>
                <a:sym typeface="Times New Roman"/>
              </a:rPr>
              <a:t>Electric Vehicle Charging Demand Prediction Using ARIMA Models</a:t>
            </a:r>
            <a:endParaRPr sz="3060"/>
          </a:p>
        </p:txBody>
      </p:sp>
      <p:sp>
        <p:nvSpPr>
          <p:cNvPr id="125" name="Google Shape;125;p5"/>
          <p:cNvSpPr txBox="1">
            <a:spLocks noGrp="1"/>
          </p:cNvSpPr>
          <p:nvPr>
            <p:ph type="body" idx="1"/>
          </p:nvPr>
        </p:nvSpPr>
        <p:spPr>
          <a:xfrm>
            <a:off x="826850" y="1600200"/>
            <a:ext cx="7860000" cy="4526100"/>
          </a:xfrm>
          <a:prstGeom prst="rect">
            <a:avLst/>
          </a:prstGeom>
          <a:noFill/>
          <a:ln>
            <a:noFill/>
          </a:ln>
        </p:spPr>
        <p:txBody>
          <a:bodyPr spcFirstLastPara="1" wrap="square" lIns="91425" tIns="45700" rIns="91425" bIns="45700" anchor="t" anchorCtr="0">
            <a:normAutofit fontScale="92500" lnSpcReduction="20000"/>
          </a:bodyPr>
          <a:lstStyle/>
          <a:p>
            <a:pPr marL="0" lvl="0" indent="0" algn="l" rtl="0">
              <a:lnSpc>
                <a:spcPct val="100000"/>
              </a:lnSpc>
              <a:spcBef>
                <a:spcPts val="0"/>
              </a:spcBef>
              <a:spcAft>
                <a:spcPts val="0"/>
              </a:spcAft>
              <a:buClr>
                <a:schemeClr val="dk1"/>
              </a:buClr>
              <a:buSzPct val="100000"/>
              <a:buNone/>
            </a:pPr>
            <a:r>
              <a:rPr lang="en-US">
                <a:latin typeface="Times New Roman"/>
                <a:ea typeface="Times New Roman"/>
                <a:cs typeface="Times New Roman"/>
                <a:sym typeface="Times New Roman"/>
              </a:rPr>
              <a:t>Problem statement </a:t>
            </a:r>
            <a:endParaRPr>
              <a:latin typeface="Times New Roman"/>
              <a:ea typeface="Times New Roman"/>
              <a:cs typeface="Times New Roman"/>
              <a:sym typeface="Times New Roman"/>
            </a:endParaRPr>
          </a:p>
          <a:p>
            <a:pPr marL="0" marR="716915" lvl="0" indent="0" algn="just" rtl="0">
              <a:lnSpc>
                <a:spcPct val="150000"/>
              </a:lnSpc>
              <a:spcBef>
                <a:spcPts val="795"/>
              </a:spcBef>
              <a:spcAft>
                <a:spcPts val="0"/>
              </a:spcAft>
              <a:buClr>
                <a:schemeClr val="dk1"/>
              </a:buClr>
              <a:buSzPct val="78571"/>
              <a:buNone/>
            </a:pPr>
            <a:r>
              <a:rPr lang="en-US" sz="1400">
                <a:latin typeface="Times New Roman"/>
                <a:ea typeface="Times New Roman"/>
                <a:cs typeface="Times New Roman"/>
                <a:sym typeface="Times New Roman"/>
              </a:rPr>
              <a:t>To facilitate the realization of a fully electric automotive landscape and accommodate the surging demand for electric vehicle (EV) chargers, an imperative infrastructure expansion is imperative. Consequently, the Washington Department of Transportation has allocated an earmarked budget of $8 million for charging infrastructure initiatives spanning the period from July 1st, 2021, to June 30, 2023. This delineates a highly auspicious business prospect for EV charging companies. Investing in Washington State not only renders these companies eligible for government funding but also positions them advantageously within an increasingly profitable sphere, given the escalating demand for EV chargers projected in the forthcoming years.</a:t>
            </a:r>
            <a:endParaRPr sz="1400">
              <a:latin typeface="Times New Roman"/>
              <a:ea typeface="Times New Roman"/>
              <a:cs typeface="Times New Roman"/>
              <a:sym typeface="Times New Roman"/>
            </a:endParaRPr>
          </a:p>
          <a:p>
            <a:pPr marL="0" marR="716915" lvl="0" indent="0" algn="just" rtl="0">
              <a:lnSpc>
                <a:spcPct val="150000"/>
              </a:lnSpc>
              <a:spcBef>
                <a:spcPts val="795"/>
              </a:spcBef>
              <a:spcAft>
                <a:spcPts val="0"/>
              </a:spcAft>
              <a:buClr>
                <a:schemeClr val="dk1"/>
              </a:buClr>
              <a:buSzPct val="78571"/>
              <a:buNone/>
            </a:pPr>
            <a:r>
              <a:rPr lang="en-US" sz="1400">
                <a:latin typeface="Times New Roman"/>
                <a:ea typeface="Times New Roman"/>
                <a:cs typeface="Times New Roman"/>
                <a:sym typeface="Times New Roman"/>
              </a:rPr>
              <a:t>In the pursuit of optimizing the strategic placement of charging infrastructure, a pivotal necessity arises: to model and predict the demand for electric vehicles across the diverse counties of Washington. This analytical endeavor primarily concentrates on the application of machine learning models to forecast the proliferation of electric vehicles that exhibit the highest propensity for new EV acquisitions. The overarching objective is to give recommendations warranting strategic investment, thereby aligning the allocation of resources with maximal demand and economic feasibility.</a:t>
            </a:r>
            <a:endParaRPr>
              <a:latin typeface="Times New Roman"/>
              <a:ea typeface="Times New Roman"/>
              <a:cs typeface="Times New Roman"/>
              <a:sym typeface="Times New Roman"/>
            </a:endParaRPr>
          </a:p>
        </p:txBody>
      </p:sp>
      <p:pic>
        <p:nvPicPr>
          <p:cNvPr id="126" name="Google Shape;126;p5"/>
          <p:cNvPicPr preferRelativeResize="0"/>
          <p:nvPr/>
        </p:nvPicPr>
        <p:blipFill rotWithShape="1">
          <a:blip r:embed="rId3">
            <a:alphaModFix/>
          </a:blip>
          <a:srcRect/>
          <a:stretch/>
        </p:blipFill>
        <p:spPr>
          <a:xfrm>
            <a:off x="228600" y="553353"/>
            <a:ext cx="2237740" cy="755015"/>
          </a:xfrm>
          <a:prstGeom prst="rect">
            <a:avLst/>
          </a:prstGeom>
          <a:noFill/>
          <a:ln>
            <a:noFill/>
          </a:ln>
        </p:spPr>
      </p:pic>
      <p:sp>
        <p:nvSpPr>
          <p:cNvPr id="127" name="Google Shape;127;p5"/>
          <p:cNvSpPr txBox="1">
            <a:spLocks noGrp="1"/>
          </p:cNvSpPr>
          <p:nvPr>
            <p:ph type="dt" idx="10"/>
          </p:nvPr>
        </p:nvSpPr>
        <p:spPr>
          <a:xfrm>
            <a:off x="457200" y="6356350"/>
            <a:ext cx="2133600" cy="3651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US" b="1"/>
              <a:t>04-11-2023</a:t>
            </a:r>
            <a:endParaRPr/>
          </a:p>
        </p:txBody>
      </p:sp>
      <p:sp>
        <p:nvSpPr>
          <p:cNvPr id="128" name="Google Shape;128;p5"/>
          <p:cNvSpPr txBox="1">
            <a:spLocks noGrp="1"/>
          </p:cNvSpPr>
          <p:nvPr>
            <p:ph type="sldNum" idx="12"/>
          </p:nvPr>
        </p:nvSpPr>
        <p:spPr>
          <a:xfrm>
            <a:off x="6553200" y="6356350"/>
            <a:ext cx="21336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5</a:t>
            </a:fld>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32"/>
        <p:cNvGrpSpPr/>
        <p:nvPr/>
      </p:nvGrpSpPr>
      <p:grpSpPr>
        <a:xfrm>
          <a:off x="0" y="0"/>
          <a:ext cx="0" cy="0"/>
          <a:chOff x="0" y="0"/>
          <a:chExt cx="0" cy="0"/>
        </a:xfrm>
      </p:grpSpPr>
      <p:sp>
        <p:nvSpPr>
          <p:cNvPr id="133" name="Google Shape;133;p6"/>
          <p:cNvSpPr txBox="1">
            <a:spLocks noGrp="1"/>
          </p:cNvSpPr>
          <p:nvPr>
            <p:ph type="title"/>
          </p:nvPr>
        </p:nvSpPr>
        <p:spPr>
          <a:xfrm>
            <a:off x="2466350" y="274650"/>
            <a:ext cx="6220500" cy="11430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1"/>
              </a:buClr>
              <a:buSzPts val="3960"/>
              <a:buFont typeface="Calibri"/>
              <a:buNone/>
            </a:pPr>
            <a:r>
              <a:rPr lang="en-US" sz="3060"/>
              <a:t>  </a:t>
            </a:r>
            <a:r>
              <a:rPr lang="en-US" sz="3060">
                <a:latin typeface="Times New Roman"/>
                <a:ea typeface="Times New Roman"/>
                <a:cs typeface="Times New Roman"/>
                <a:sym typeface="Times New Roman"/>
              </a:rPr>
              <a:t>Electric Vehicle Charging Demand Prediction Using ARIMA Models</a:t>
            </a:r>
            <a:endParaRPr sz="3060"/>
          </a:p>
        </p:txBody>
      </p:sp>
      <p:sp>
        <p:nvSpPr>
          <p:cNvPr id="134" name="Google Shape;134;p6"/>
          <p:cNvSpPr txBox="1">
            <a:spLocks noGrp="1"/>
          </p:cNvSpPr>
          <p:nvPr>
            <p:ph type="body" idx="1"/>
          </p:nvPr>
        </p:nvSpPr>
        <p:spPr>
          <a:xfrm>
            <a:off x="924125" y="1600200"/>
            <a:ext cx="7762800" cy="452610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0"/>
              </a:spcAft>
              <a:buClr>
                <a:schemeClr val="dk1"/>
              </a:buClr>
              <a:buSzPts val="3200"/>
              <a:buFont typeface="Arial"/>
              <a:buNone/>
            </a:pPr>
            <a:r>
              <a:rPr lang="en-US">
                <a:latin typeface="Times New Roman"/>
                <a:ea typeface="Times New Roman"/>
                <a:cs typeface="Times New Roman"/>
                <a:sym typeface="Times New Roman"/>
              </a:rPr>
              <a:t>Objectives</a:t>
            </a:r>
            <a:endParaRPr>
              <a:latin typeface="Times New Roman"/>
              <a:ea typeface="Times New Roman"/>
              <a:cs typeface="Times New Roman"/>
              <a:sym typeface="Times New Roman"/>
            </a:endParaRPr>
          </a:p>
          <a:p>
            <a:pPr marL="0" marR="717550" lvl="0" indent="0" algn="just" rtl="0">
              <a:lnSpc>
                <a:spcPct val="150000"/>
              </a:lnSpc>
              <a:spcBef>
                <a:spcPts val="785"/>
              </a:spcBef>
              <a:spcAft>
                <a:spcPts val="0"/>
              </a:spcAft>
              <a:buClr>
                <a:schemeClr val="dk1"/>
              </a:buClr>
              <a:buSzPts val="1100"/>
              <a:buNone/>
            </a:pPr>
            <a:r>
              <a:rPr lang="en-US" sz="1200">
                <a:latin typeface="Times New Roman"/>
                <a:ea typeface="Times New Roman"/>
                <a:cs typeface="Times New Roman"/>
                <a:sym typeface="Times New Roman"/>
              </a:rPr>
              <a:t>The Objectives of the project includes:</a:t>
            </a:r>
            <a:endParaRPr sz="1200">
              <a:latin typeface="Times New Roman"/>
              <a:ea typeface="Times New Roman"/>
              <a:cs typeface="Times New Roman"/>
              <a:sym typeface="Times New Roman"/>
            </a:endParaRPr>
          </a:p>
          <a:p>
            <a:pPr marL="457200" marR="717550" lvl="0" indent="-304800" algn="just" rtl="0">
              <a:lnSpc>
                <a:spcPct val="150000"/>
              </a:lnSpc>
              <a:spcBef>
                <a:spcPts val="785"/>
              </a:spcBef>
              <a:spcAft>
                <a:spcPts val="0"/>
              </a:spcAft>
              <a:buSzPts val="1200"/>
              <a:buFont typeface="Times New Roman"/>
              <a:buAutoNum type="arabicPeriod"/>
            </a:pPr>
            <a:r>
              <a:rPr lang="en-US" sz="1200">
                <a:latin typeface="Times New Roman"/>
                <a:ea typeface="Times New Roman"/>
                <a:cs typeface="Times New Roman"/>
                <a:sym typeface="Times New Roman"/>
              </a:rPr>
              <a:t>Examination of predictive modeling techniques for forecasting electric vehicle (EV) demand.</a:t>
            </a:r>
            <a:endParaRPr sz="1200">
              <a:latin typeface="Times New Roman"/>
              <a:ea typeface="Times New Roman"/>
              <a:cs typeface="Times New Roman"/>
              <a:sym typeface="Times New Roman"/>
            </a:endParaRPr>
          </a:p>
          <a:p>
            <a:pPr marL="457200" marR="717550" lvl="0" indent="-304800" algn="just" rtl="0">
              <a:lnSpc>
                <a:spcPct val="150000"/>
              </a:lnSpc>
              <a:spcBef>
                <a:spcPts val="0"/>
              </a:spcBef>
              <a:spcAft>
                <a:spcPts val="0"/>
              </a:spcAft>
              <a:buSzPts val="1200"/>
              <a:buFont typeface="Times New Roman"/>
              <a:buAutoNum type="arabicPeriod"/>
            </a:pPr>
            <a:r>
              <a:rPr lang="en-US" sz="1200">
                <a:latin typeface="Times New Roman"/>
                <a:ea typeface="Times New Roman"/>
                <a:cs typeface="Times New Roman"/>
                <a:sym typeface="Times New Roman"/>
              </a:rPr>
              <a:t>Analysis of data sources and methodology employed in EV demand prediction.</a:t>
            </a:r>
            <a:endParaRPr sz="1200">
              <a:latin typeface="Times New Roman"/>
              <a:ea typeface="Times New Roman"/>
              <a:cs typeface="Times New Roman"/>
              <a:sym typeface="Times New Roman"/>
            </a:endParaRPr>
          </a:p>
          <a:p>
            <a:pPr marL="457200" marR="717550" lvl="0" indent="-304800" algn="just" rtl="0">
              <a:lnSpc>
                <a:spcPct val="150000"/>
              </a:lnSpc>
              <a:spcBef>
                <a:spcPts val="0"/>
              </a:spcBef>
              <a:spcAft>
                <a:spcPts val="0"/>
              </a:spcAft>
              <a:buSzPts val="1200"/>
              <a:buFont typeface="Times New Roman"/>
              <a:buAutoNum type="arabicPeriod"/>
            </a:pPr>
            <a:r>
              <a:rPr lang="en-US" sz="1200">
                <a:latin typeface="Times New Roman"/>
                <a:ea typeface="Times New Roman"/>
                <a:cs typeface="Times New Roman"/>
                <a:sym typeface="Times New Roman"/>
              </a:rPr>
              <a:t>Exploration of trends in EV adoption and their regional variations.</a:t>
            </a:r>
            <a:endParaRPr sz="1200">
              <a:latin typeface="Times New Roman"/>
              <a:ea typeface="Times New Roman"/>
              <a:cs typeface="Times New Roman"/>
              <a:sym typeface="Times New Roman"/>
            </a:endParaRPr>
          </a:p>
          <a:p>
            <a:pPr marL="457200" marR="717550" lvl="0" indent="-304800" algn="just" rtl="0">
              <a:lnSpc>
                <a:spcPct val="150000"/>
              </a:lnSpc>
              <a:spcBef>
                <a:spcPts val="0"/>
              </a:spcBef>
              <a:spcAft>
                <a:spcPts val="0"/>
              </a:spcAft>
              <a:buSzPts val="1200"/>
              <a:buFont typeface="Times New Roman"/>
              <a:buAutoNum type="arabicPeriod"/>
            </a:pPr>
            <a:r>
              <a:rPr lang="en-US" sz="1200">
                <a:latin typeface="Times New Roman"/>
                <a:ea typeface="Times New Roman"/>
                <a:cs typeface="Times New Roman"/>
                <a:sym typeface="Times New Roman"/>
              </a:rPr>
              <a:t>Recommendations for strategically allocating charging infrastructure resources.</a:t>
            </a:r>
            <a:endParaRPr sz="1200">
              <a:latin typeface="Times New Roman"/>
              <a:ea typeface="Times New Roman"/>
              <a:cs typeface="Times New Roman"/>
              <a:sym typeface="Times New Roman"/>
            </a:endParaRPr>
          </a:p>
          <a:p>
            <a:pPr marL="457200" marR="717550" lvl="0" indent="-304800" algn="just" rtl="0">
              <a:lnSpc>
                <a:spcPct val="150000"/>
              </a:lnSpc>
              <a:spcBef>
                <a:spcPts val="0"/>
              </a:spcBef>
              <a:spcAft>
                <a:spcPts val="0"/>
              </a:spcAft>
              <a:buSzPts val="1200"/>
              <a:buFont typeface="Times New Roman"/>
              <a:buAutoNum type="arabicPeriod"/>
            </a:pPr>
            <a:r>
              <a:rPr lang="en-US" sz="1200">
                <a:latin typeface="Times New Roman"/>
                <a:ea typeface="Times New Roman"/>
                <a:cs typeface="Times New Roman"/>
                <a:sym typeface="Times New Roman"/>
              </a:rPr>
              <a:t>Emphasis on optimizing infrastructure placement to meet growing EV demand.</a:t>
            </a:r>
            <a:endParaRPr sz="1200">
              <a:latin typeface="Times New Roman"/>
              <a:ea typeface="Times New Roman"/>
              <a:cs typeface="Times New Roman"/>
              <a:sym typeface="Times New Roman"/>
            </a:endParaRPr>
          </a:p>
          <a:p>
            <a:pPr marL="457200" marR="717550" lvl="0" indent="-304800" algn="just" rtl="0">
              <a:lnSpc>
                <a:spcPct val="150000"/>
              </a:lnSpc>
              <a:spcBef>
                <a:spcPts val="0"/>
              </a:spcBef>
              <a:spcAft>
                <a:spcPts val="0"/>
              </a:spcAft>
              <a:buSzPts val="1200"/>
              <a:buFont typeface="Times New Roman"/>
              <a:buAutoNum type="arabicPeriod"/>
            </a:pPr>
            <a:r>
              <a:rPr lang="en-US" sz="1200">
                <a:latin typeface="Times New Roman"/>
                <a:ea typeface="Times New Roman"/>
                <a:cs typeface="Times New Roman"/>
                <a:sym typeface="Times New Roman"/>
              </a:rPr>
              <a:t>Promotion of sustainable electric mobility solutions.</a:t>
            </a:r>
            <a:endParaRPr sz="1200">
              <a:latin typeface="Times New Roman"/>
              <a:ea typeface="Times New Roman"/>
              <a:cs typeface="Times New Roman"/>
              <a:sym typeface="Times New Roman"/>
            </a:endParaRPr>
          </a:p>
          <a:p>
            <a:pPr marL="280670" marR="717550" lvl="0" indent="0" algn="just" rtl="0">
              <a:lnSpc>
                <a:spcPct val="150000"/>
              </a:lnSpc>
              <a:spcBef>
                <a:spcPts val="785"/>
              </a:spcBef>
              <a:spcAft>
                <a:spcPts val="0"/>
              </a:spcAft>
              <a:buClr>
                <a:schemeClr val="dk1"/>
              </a:buClr>
              <a:buSzPts val="1100"/>
              <a:buNone/>
            </a:pPr>
            <a:r>
              <a:rPr lang="en-US" sz="1200">
                <a:latin typeface="Times New Roman"/>
                <a:ea typeface="Times New Roman"/>
                <a:cs typeface="Times New Roman"/>
                <a:sym typeface="Times New Roman"/>
              </a:rPr>
              <a:t>This project's scope encompasses an extensive exploration into predictive modeling of electric vehicle (EV) demand, leveraging data from Washington State's API and the National Renewable Energy Laboratory's API. By scrutinizing electric vehicle transactions, conducting exploratory data analysis, and employing advanced modeling techniques, our aim is to provide valuable insights for strategically allocating charging infrastructure resources in the face of increasing EV adoption. This comprehensive methodology serves as the foundation for the subsequent findings and recommendations presented in this report.</a:t>
            </a:r>
            <a:endParaRPr sz="1400">
              <a:latin typeface="Times New Roman"/>
              <a:ea typeface="Times New Roman"/>
              <a:cs typeface="Times New Roman"/>
              <a:sym typeface="Times New Roman"/>
            </a:endParaRPr>
          </a:p>
        </p:txBody>
      </p:sp>
      <p:pic>
        <p:nvPicPr>
          <p:cNvPr id="135" name="Google Shape;135;p6"/>
          <p:cNvPicPr preferRelativeResize="0"/>
          <p:nvPr/>
        </p:nvPicPr>
        <p:blipFill rotWithShape="1">
          <a:blip r:embed="rId3">
            <a:alphaModFix/>
          </a:blip>
          <a:srcRect/>
          <a:stretch/>
        </p:blipFill>
        <p:spPr>
          <a:xfrm>
            <a:off x="228600" y="553353"/>
            <a:ext cx="2237740" cy="755015"/>
          </a:xfrm>
          <a:prstGeom prst="rect">
            <a:avLst/>
          </a:prstGeom>
          <a:noFill/>
          <a:ln>
            <a:noFill/>
          </a:ln>
        </p:spPr>
      </p:pic>
      <p:sp>
        <p:nvSpPr>
          <p:cNvPr id="136" name="Google Shape;136;p6"/>
          <p:cNvSpPr txBox="1">
            <a:spLocks noGrp="1"/>
          </p:cNvSpPr>
          <p:nvPr>
            <p:ph type="dt" idx="10"/>
          </p:nvPr>
        </p:nvSpPr>
        <p:spPr>
          <a:xfrm>
            <a:off x="457200" y="6356350"/>
            <a:ext cx="2133600" cy="3651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US" b="1"/>
              <a:t>04-11-2023</a:t>
            </a:r>
            <a:endParaRPr/>
          </a:p>
        </p:txBody>
      </p:sp>
      <p:sp>
        <p:nvSpPr>
          <p:cNvPr id="137" name="Google Shape;137;p6"/>
          <p:cNvSpPr txBox="1">
            <a:spLocks noGrp="1"/>
          </p:cNvSpPr>
          <p:nvPr>
            <p:ph type="sldNum" idx="12"/>
          </p:nvPr>
        </p:nvSpPr>
        <p:spPr>
          <a:xfrm>
            <a:off x="6553200" y="6356350"/>
            <a:ext cx="21336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6</a:t>
            </a:fld>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41"/>
        <p:cNvGrpSpPr/>
        <p:nvPr/>
      </p:nvGrpSpPr>
      <p:grpSpPr>
        <a:xfrm>
          <a:off x="0" y="0"/>
          <a:ext cx="0" cy="0"/>
          <a:chOff x="0" y="0"/>
          <a:chExt cx="0" cy="0"/>
        </a:xfrm>
      </p:grpSpPr>
      <p:sp>
        <p:nvSpPr>
          <p:cNvPr id="142" name="Google Shape;142;p7"/>
          <p:cNvSpPr txBox="1">
            <a:spLocks noGrp="1"/>
          </p:cNvSpPr>
          <p:nvPr>
            <p:ph type="title"/>
          </p:nvPr>
        </p:nvSpPr>
        <p:spPr>
          <a:xfrm>
            <a:off x="2466350" y="274650"/>
            <a:ext cx="6220500" cy="11430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1"/>
              </a:buClr>
              <a:buSzPts val="3960"/>
              <a:buFont typeface="Calibri"/>
              <a:buNone/>
            </a:pPr>
            <a:r>
              <a:rPr lang="en-US" sz="3060"/>
              <a:t>  </a:t>
            </a:r>
            <a:r>
              <a:rPr lang="en-US" sz="3060">
                <a:latin typeface="Times New Roman"/>
                <a:ea typeface="Times New Roman"/>
                <a:cs typeface="Times New Roman"/>
                <a:sym typeface="Times New Roman"/>
              </a:rPr>
              <a:t>Electric Vehicle Charging Demand Prediction Using ARIMA Models</a:t>
            </a:r>
            <a:endParaRPr sz="3060"/>
          </a:p>
        </p:txBody>
      </p:sp>
      <p:sp>
        <p:nvSpPr>
          <p:cNvPr id="143" name="Google Shape;143;p7"/>
          <p:cNvSpPr txBox="1">
            <a:spLocks noGrp="1"/>
          </p:cNvSpPr>
          <p:nvPr>
            <p:ph type="body" idx="1"/>
          </p:nvPr>
        </p:nvSpPr>
        <p:spPr>
          <a:xfrm>
            <a:off x="899800" y="1600200"/>
            <a:ext cx="7787100" cy="4526100"/>
          </a:xfrm>
          <a:prstGeom prst="rect">
            <a:avLst/>
          </a:prstGeom>
          <a:noFill/>
          <a:ln>
            <a:noFill/>
          </a:ln>
        </p:spPr>
        <p:txBody>
          <a:bodyPr spcFirstLastPara="1" wrap="square" lIns="91425" tIns="45700" rIns="91425" bIns="45700" anchor="t" anchorCtr="0">
            <a:normAutofit lnSpcReduction="20000"/>
          </a:bodyPr>
          <a:lstStyle/>
          <a:p>
            <a:pPr marL="0" lvl="0" indent="0" algn="l" rtl="0">
              <a:lnSpc>
                <a:spcPct val="100000"/>
              </a:lnSpc>
              <a:spcBef>
                <a:spcPts val="0"/>
              </a:spcBef>
              <a:spcAft>
                <a:spcPts val="0"/>
              </a:spcAft>
              <a:buClr>
                <a:schemeClr val="dk1"/>
              </a:buClr>
              <a:buSzPts val="3200"/>
              <a:buNone/>
            </a:pPr>
            <a:r>
              <a:rPr lang="en-US">
                <a:latin typeface="Times New Roman"/>
                <a:ea typeface="Times New Roman"/>
                <a:cs typeface="Times New Roman"/>
                <a:sym typeface="Times New Roman"/>
              </a:rPr>
              <a:t>Proposed System</a:t>
            </a:r>
            <a:endParaRPr>
              <a:latin typeface="Times New Roman"/>
              <a:ea typeface="Times New Roman"/>
              <a:cs typeface="Times New Roman"/>
              <a:sym typeface="Times New Roman"/>
            </a:endParaRPr>
          </a:p>
          <a:p>
            <a:pPr marL="0" marR="717550" lvl="0" indent="0" algn="just" rtl="0">
              <a:lnSpc>
                <a:spcPct val="150000"/>
              </a:lnSpc>
              <a:spcBef>
                <a:spcPts val="785"/>
              </a:spcBef>
              <a:spcAft>
                <a:spcPts val="0"/>
              </a:spcAft>
              <a:buClr>
                <a:schemeClr val="dk1"/>
              </a:buClr>
              <a:buSzPts val="1100"/>
              <a:buNone/>
            </a:pPr>
            <a:r>
              <a:rPr lang="en-US" sz="1200">
                <a:latin typeface="Times New Roman"/>
                <a:ea typeface="Times New Roman"/>
                <a:cs typeface="Times New Roman"/>
                <a:sym typeface="Times New Roman"/>
              </a:rPr>
              <a:t>Our methodology commences with data retrieval from the Washington State's API, followed by thorough data cleaning and Exploratory Data Analysis (EDA) for insights. Consistent modeling techniques, including seasonal decomposition, are employed across counties. Data is then split into training and testing sets, and parameter optimization is achieved through pmdarima. These optimized parameters inform the creation of SARIMAX models, yielding forecasts for evaluation through visual analysis. </a:t>
            </a:r>
            <a:endParaRPr sz="1200">
              <a:latin typeface="Times New Roman"/>
              <a:ea typeface="Times New Roman"/>
              <a:cs typeface="Times New Roman"/>
              <a:sym typeface="Times New Roman"/>
            </a:endParaRPr>
          </a:p>
          <a:p>
            <a:pPr marL="0" marR="717550" lvl="0" indent="0" algn="just" rtl="0">
              <a:lnSpc>
                <a:spcPct val="150000"/>
              </a:lnSpc>
              <a:spcBef>
                <a:spcPts val="785"/>
              </a:spcBef>
              <a:spcAft>
                <a:spcPts val="0"/>
              </a:spcAft>
              <a:buClr>
                <a:schemeClr val="dk1"/>
              </a:buClr>
              <a:buSzPts val="1100"/>
              <a:buNone/>
            </a:pPr>
            <a:r>
              <a:rPr lang="en-US" sz="1200">
                <a:latin typeface="Times New Roman"/>
                <a:ea typeface="Times New Roman"/>
                <a:cs typeface="Times New Roman"/>
                <a:sym typeface="Times New Roman"/>
              </a:rPr>
              <a:t>The methodology section of this report delves into the systematic approach and procedures employed throughout the project. It encompasses data collection, preprocessing, calculations, exploratory data analysis, and the modeling process. This section offers a comprehensive overview of the steps taken to predict electric vehicle demand and assess charging infrastructure requirements, ensuring transparency and replicability in our analytical methodology.</a:t>
            </a:r>
            <a:endParaRPr sz="1200">
              <a:latin typeface="Times New Roman"/>
              <a:ea typeface="Times New Roman"/>
              <a:cs typeface="Times New Roman"/>
              <a:sym typeface="Times New Roman"/>
            </a:endParaRPr>
          </a:p>
          <a:p>
            <a:pPr marL="0" marR="717550" lvl="0" indent="0" algn="just" rtl="0">
              <a:lnSpc>
                <a:spcPct val="150000"/>
              </a:lnSpc>
              <a:spcBef>
                <a:spcPts val="785"/>
              </a:spcBef>
              <a:spcAft>
                <a:spcPts val="0"/>
              </a:spcAft>
              <a:buClr>
                <a:schemeClr val="dk1"/>
              </a:buClr>
              <a:buSzPts val="1100"/>
              <a:buNone/>
            </a:pPr>
            <a:r>
              <a:rPr lang="en-US" sz="1200" b="1">
                <a:latin typeface="Times New Roman"/>
                <a:ea typeface="Times New Roman"/>
                <a:cs typeface="Times New Roman"/>
                <a:sym typeface="Times New Roman"/>
              </a:rPr>
              <a:t>Training Phase </a:t>
            </a:r>
            <a:endParaRPr sz="1200" b="1">
              <a:latin typeface="Times New Roman"/>
              <a:ea typeface="Times New Roman"/>
              <a:cs typeface="Times New Roman"/>
              <a:sym typeface="Times New Roman"/>
            </a:endParaRPr>
          </a:p>
          <a:p>
            <a:pPr marL="0" marR="717550" lvl="0" indent="0" algn="just" rtl="0">
              <a:lnSpc>
                <a:spcPct val="150000"/>
              </a:lnSpc>
              <a:spcBef>
                <a:spcPts val="785"/>
              </a:spcBef>
              <a:spcAft>
                <a:spcPts val="0"/>
              </a:spcAft>
              <a:buClr>
                <a:schemeClr val="dk1"/>
              </a:buClr>
              <a:buSzPts val="1100"/>
              <a:buNone/>
            </a:pPr>
            <a:r>
              <a:rPr lang="en-US" sz="1200">
                <a:latin typeface="Times New Roman"/>
                <a:ea typeface="Times New Roman"/>
                <a:cs typeface="Times New Roman"/>
                <a:sym typeface="Times New Roman"/>
              </a:rPr>
              <a:t>Training Set -&gt; Preprocessing -&gt; Feature Extraction -&gt; Exploratory Data Analysis -&gt; Prediction Model</a:t>
            </a:r>
            <a:endParaRPr sz="1200">
              <a:latin typeface="Times New Roman"/>
              <a:ea typeface="Times New Roman"/>
              <a:cs typeface="Times New Roman"/>
              <a:sym typeface="Times New Roman"/>
            </a:endParaRPr>
          </a:p>
          <a:p>
            <a:pPr marL="0" marR="717550" lvl="0" indent="0" algn="just" rtl="0">
              <a:lnSpc>
                <a:spcPct val="150000"/>
              </a:lnSpc>
              <a:spcBef>
                <a:spcPts val="785"/>
              </a:spcBef>
              <a:spcAft>
                <a:spcPts val="0"/>
              </a:spcAft>
              <a:buClr>
                <a:schemeClr val="dk1"/>
              </a:buClr>
              <a:buSzPts val="1100"/>
              <a:buNone/>
            </a:pPr>
            <a:r>
              <a:rPr lang="en-US" sz="1200" b="1">
                <a:latin typeface="Times New Roman"/>
                <a:ea typeface="Times New Roman"/>
                <a:cs typeface="Times New Roman"/>
                <a:sym typeface="Times New Roman"/>
              </a:rPr>
              <a:t>Testing Phase</a:t>
            </a:r>
            <a:endParaRPr sz="1200" b="1">
              <a:latin typeface="Times New Roman"/>
              <a:ea typeface="Times New Roman"/>
              <a:cs typeface="Times New Roman"/>
              <a:sym typeface="Times New Roman"/>
            </a:endParaRPr>
          </a:p>
          <a:p>
            <a:pPr marL="0" marR="717550" lvl="0" indent="0" algn="just" rtl="0">
              <a:lnSpc>
                <a:spcPct val="150000"/>
              </a:lnSpc>
              <a:spcBef>
                <a:spcPts val="785"/>
              </a:spcBef>
              <a:spcAft>
                <a:spcPts val="0"/>
              </a:spcAft>
              <a:buClr>
                <a:schemeClr val="dk1"/>
              </a:buClr>
              <a:buSzPts val="1100"/>
              <a:buNone/>
            </a:pPr>
            <a:r>
              <a:rPr lang="en-US" sz="1200">
                <a:latin typeface="Times New Roman"/>
                <a:ea typeface="Times New Roman"/>
                <a:cs typeface="Times New Roman"/>
                <a:sym typeface="Times New Roman"/>
              </a:rPr>
              <a:t>Testing Set -&gt; Preprocessing -&gt; Feature Extraction -&gt; Exploratory Data Analysis -&gt; Classified Result</a:t>
            </a:r>
            <a:endParaRPr sz="1200">
              <a:latin typeface="Times New Roman"/>
              <a:ea typeface="Times New Roman"/>
              <a:cs typeface="Times New Roman"/>
              <a:sym typeface="Times New Roman"/>
            </a:endParaRPr>
          </a:p>
        </p:txBody>
      </p:sp>
      <p:pic>
        <p:nvPicPr>
          <p:cNvPr id="144" name="Google Shape;144;p7"/>
          <p:cNvPicPr preferRelativeResize="0"/>
          <p:nvPr/>
        </p:nvPicPr>
        <p:blipFill rotWithShape="1">
          <a:blip r:embed="rId3">
            <a:alphaModFix/>
          </a:blip>
          <a:srcRect/>
          <a:stretch/>
        </p:blipFill>
        <p:spPr>
          <a:xfrm>
            <a:off x="228600" y="553353"/>
            <a:ext cx="2237740" cy="755015"/>
          </a:xfrm>
          <a:prstGeom prst="rect">
            <a:avLst/>
          </a:prstGeom>
          <a:noFill/>
          <a:ln>
            <a:noFill/>
          </a:ln>
        </p:spPr>
      </p:pic>
      <p:sp>
        <p:nvSpPr>
          <p:cNvPr id="145" name="Google Shape;145;p7"/>
          <p:cNvSpPr txBox="1">
            <a:spLocks noGrp="1"/>
          </p:cNvSpPr>
          <p:nvPr>
            <p:ph type="dt" idx="10"/>
          </p:nvPr>
        </p:nvSpPr>
        <p:spPr>
          <a:xfrm>
            <a:off x="457200" y="6356350"/>
            <a:ext cx="2133600" cy="3651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US" b="1"/>
              <a:t>04-11-2023</a:t>
            </a:r>
            <a:endParaRPr/>
          </a:p>
        </p:txBody>
      </p:sp>
      <p:sp>
        <p:nvSpPr>
          <p:cNvPr id="146" name="Google Shape;146;p7"/>
          <p:cNvSpPr txBox="1">
            <a:spLocks noGrp="1"/>
          </p:cNvSpPr>
          <p:nvPr>
            <p:ph type="sldNum" idx="12"/>
          </p:nvPr>
        </p:nvSpPr>
        <p:spPr>
          <a:xfrm>
            <a:off x="6553200" y="6356350"/>
            <a:ext cx="21336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7</a:t>
            </a:fld>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50"/>
        <p:cNvGrpSpPr/>
        <p:nvPr/>
      </p:nvGrpSpPr>
      <p:grpSpPr>
        <a:xfrm>
          <a:off x="0" y="0"/>
          <a:ext cx="0" cy="0"/>
          <a:chOff x="0" y="0"/>
          <a:chExt cx="0" cy="0"/>
        </a:xfrm>
      </p:grpSpPr>
      <p:sp>
        <p:nvSpPr>
          <p:cNvPr id="151" name="Google Shape;151;p8"/>
          <p:cNvSpPr txBox="1">
            <a:spLocks noGrp="1"/>
          </p:cNvSpPr>
          <p:nvPr>
            <p:ph type="title"/>
          </p:nvPr>
        </p:nvSpPr>
        <p:spPr>
          <a:xfrm>
            <a:off x="2466350" y="274650"/>
            <a:ext cx="6220500" cy="11430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1"/>
              </a:buClr>
              <a:buSzPts val="3960"/>
              <a:buFont typeface="Calibri"/>
              <a:buNone/>
            </a:pPr>
            <a:r>
              <a:rPr lang="en-US" sz="3060"/>
              <a:t>  </a:t>
            </a:r>
            <a:r>
              <a:rPr lang="en-US" sz="3060">
                <a:latin typeface="Times New Roman"/>
                <a:ea typeface="Times New Roman"/>
                <a:cs typeface="Times New Roman"/>
                <a:sym typeface="Times New Roman"/>
              </a:rPr>
              <a:t>Electric Vehicle Charging Demand Prediction Using ARIMA Models</a:t>
            </a:r>
            <a:endParaRPr sz="3060"/>
          </a:p>
        </p:txBody>
      </p:sp>
      <p:pic>
        <p:nvPicPr>
          <p:cNvPr id="152" name="Google Shape;152;p8"/>
          <p:cNvPicPr preferRelativeResize="0"/>
          <p:nvPr/>
        </p:nvPicPr>
        <p:blipFill rotWithShape="1">
          <a:blip r:embed="rId3">
            <a:alphaModFix/>
          </a:blip>
          <a:srcRect/>
          <a:stretch/>
        </p:blipFill>
        <p:spPr>
          <a:xfrm>
            <a:off x="228600" y="553353"/>
            <a:ext cx="2237740" cy="755015"/>
          </a:xfrm>
          <a:prstGeom prst="rect">
            <a:avLst/>
          </a:prstGeom>
          <a:noFill/>
          <a:ln>
            <a:noFill/>
          </a:ln>
        </p:spPr>
      </p:pic>
      <p:sp>
        <p:nvSpPr>
          <p:cNvPr id="153" name="Google Shape;153;p8"/>
          <p:cNvSpPr txBox="1">
            <a:spLocks noGrp="1"/>
          </p:cNvSpPr>
          <p:nvPr>
            <p:ph type="dt" idx="10"/>
          </p:nvPr>
        </p:nvSpPr>
        <p:spPr>
          <a:xfrm>
            <a:off x="457200" y="6356350"/>
            <a:ext cx="2133600" cy="3651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US" b="1"/>
              <a:t>04-11-2023</a:t>
            </a:r>
            <a:endParaRPr/>
          </a:p>
        </p:txBody>
      </p:sp>
      <p:sp>
        <p:nvSpPr>
          <p:cNvPr id="154" name="Google Shape;154;p8"/>
          <p:cNvSpPr txBox="1">
            <a:spLocks noGrp="1"/>
          </p:cNvSpPr>
          <p:nvPr>
            <p:ph type="sldNum" idx="12"/>
          </p:nvPr>
        </p:nvSpPr>
        <p:spPr>
          <a:xfrm>
            <a:off x="6553200" y="6356350"/>
            <a:ext cx="21336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8</a:t>
            </a:fld>
            <a:endParaRPr/>
          </a:p>
        </p:txBody>
      </p:sp>
      <p:pic>
        <p:nvPicPr>
          <p:cNvPr id="155" name="Google Shape;155;p8"/>
          <p:cNvPicPr preferRelativeResize="0"/>
          <p:nvPr/>
        </p:nvPicPr>
        <p:blipFill rotWithShape="1">
          <a:blip r:embed="rId4">
            <a:alphaModFix/>
          </a:blip>
          <a:srcRect/>
          <a:stretch/>
        </p:blipFill>
        <p:spPr>
          <a:xfrm>
            <a:off x="1107025" y="1900713"/>
            <a:ext cx="6929951" cy="3635375"/>
          </a:xfrm>
          <a:prstGeom prst="rect">
            <a:avLst/>
          </a:prstGeom>
          <a:noFill/>
          <a:ln>
            <a:noFill/>
          </a:ln>
        </p:spPr>
      </p:pic>
      <p:sp>
        <p:nvSpPr>
          <p:cNvPr id="156" name="Google Shape;156;p8"/>
          <p:cNvSpPr txBox="1"/>
          <p:nvPr/>
        </p:nvSpPr>
        <p:spPr>
          <a:xfrm>
            <a:off x="3072000" y="5702828"/>
            <a:ext cx="3000000" cy="365100"/>
          </a:xfrm>
          <a:prstGeom prst="rect">
            <a:avLst/>
          </a:prstGeom>
          <a:noFill/>
          <a:ln>
            <a:noFill/>
          </a:ln>
        </p:spPr>
        <p:txBody>
          <a:bodyPr spcFirstLastPara="1" wrap="square" lIns="91425" tIns="91425" rIns="91425" bIns="91425" anchor="ctr" anchorCtr="0">
            <a:noAutofit/>
          </a:bodyPr>
          <a:lstStyle/>
          <a:p>
            <a:pPr marL="0" marR="93980" lvl="0" indent="0" algn="l" rtl="0">
              <a:lnSpc>
                <a:spcPct val="100000"/>
              </a:lnSpc>
              <a:spcBef>
                <a:spcPts val="450"/>
              </a:spcBef>
              <a:spcAft>
                <a:spcPts val="0"/>
              </a:spcAft>
              <a:buClr>
                <a:srgbClr val="000000"/>
              </a:buClr>
              <a:buSzPts val="1200"/>
              <a:buFont typeface="Arial"/>
              <a:buNone/>
            </a:pPr>
            <a:r>
              <a:rPr lang="en-US" sz="1200" b="0" i="1" u="none" strike="noStrike" cap="none">
                <a:solidFill>
                  <a:srgbClr val="000000"/>
                </a:solidFill>
                <a:latin typeface="Times New Roman"/>
                <a:ea typeface="Times New Roman"/>
                <a:cs typeface="Times New Roman"/>
                <a:sym typeface="Times New Roman"/>
              </a:rPr>
              <a:t>Figure 1: System Architecture Diagram</a:t>
            </a:r>
            <a:endParaRPr sz="1200" b="0" i="1" u="none" strike="noStrike" cap="none">
              <a:solidFill>
                <a:srgbClr val="000000"/>
              </a:solidFill>
              <a:latin typeface="Times New Roman"/>
              <a:ea typeface="Times New Roman"/>
              <a:cs typeface="Times New Roman"/>
              <a:sym typeface="Times New Roman"/>
            </a:endParaRPr>
          </a:p>
        </p:txBody>
      </p:sp>
      <p:sp>
        <p:nvSpPr>
          <p:cNvPr id="157" name="Google Shape;157;p8"/>
          <p:cNvSpPr txBox="1"/>
          <p:nvPr/>
        </p:nvSpPr>
        <p:spPr>
          <a:xfrm>
            <a:off x="151950" y="1495625"/>
            <a:ext cx="8840100" cy="615600"/>
          </a:xfrm>
          <a:prstGeom prst="rect">
            <a:avLst/>
          </a:prstGeom>
          <a:noFill/>
          <a:ln>
            <a:noFill/>
          </a:ln>
        </p:spPr>
        <p:txBody>
          <a:bodyPr spcFirstLastPara="1" wrap="square" lIns="91425" tIns="91425" rIns="91425" bIns="91425" anchor="t" anchorCtr="0">
            <a:spAutoFit/>
          </a:bodyPr>
          <a:lstStyle/>
          <a:p>
            <a:pPr marL="571500" marR="0" lvl="1" indent="0" algn="l" rtl="0">
              <a:lnSpc>
                <a:spcPct val="100000"/>
              </a:lnSpc>
              <a:spcBef>
                <a:spcPts val="360"/>
              </a:spcBef>
              <a:spcAft>
                <a:spcPts val="0"/>
              </a:spcAft>
              <a:buClr>
                <a:srgbClr val="000000"/>
              </a:buClr>
              <a:buSzPts val="2800"/>
              <a:buFont typeface="Arial"/>
              <a:buNone/>
            </a:pPr>
            <a:r>
              <a:rPr lang="en-US" sz="2800" b="0" i="0" u="none" strike="noStrike" cap="none">
                <a:solidFill>
                  <a:schemeClr val="dk1"/>
                </a:solidFill>
                <a:latin typeface="Times New Roman"/>
                <a:ea typeface="Times New Roman"/>
                <a:cs typeface="Times New Roman"/>
                <a:sym typeface="Times New Roman"/>
              </a:rPr>
              <a:t>Architecture/Block Diagram of the proposed model</a:t>
            </a:r>
            <a:endParaRPr sz="2800" b="0" i="0" u="none" strike="noStrike" cap="none">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61"/>
        <p:cNvGrpSpPr/>
        <p:nvPr/>
      </p:nvGrpSpPr>
      <p:grpSpPr>
        <a:xfrm>
          <a:off x="0" y="0"/>
          <a:ext cx="0" cy="0"/>
          <a:chOff x="0" y="0"/>
          <a:chExt cx="0" cy="0"/>
        </a:xfrm>
      </p:grpSpPr>
      <p:sp>
        <p:nvSpPr>
          <p:cNvPr id="162" name="Google Shape;162;p9"/>
          <p:cNvSpPr txBox="1">
            <a:spLocks noGrp="1"/>
          </p:cNvSpPr>
          <p:nvPr>
            <p:ph type="title"/>
          </p:nvPr>
        </p:nvSpPr>
        <p:spPr>
          <a:xfrm>
            <a:off x="2466350" y="274650"/>
            <a:ext cx="6220500" cy="11430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1"/>
              </a:buClr>
              <a:buSzPts val="3960"/>
              <a:buFont typeface="Calibri"/>
              <a:buNone/>
            </a:pPr>
            <a:r>
              <a:rPr lang="en-US" sz="3060"/>
              <a:t>  </a:t>
            </a:r>
            <a:r>
              <a:rPr lang="en-US" sz="3060">
                <a:latin typeface="Times New Roman"/>
                <a:ea typeface="Times New Roman"/>
                <a:cs typeface="Times New Roman"/>
                <a:sym typeface="Times New Roman"/>
              </a:rPr>
              <a:t>Electric Vehicle Charging Demand Prediction Using ARIMA Models</a:t>
            </a:r>
            <a:endParaRPr sz="3060"/>
          </a:p>
        </p:txBody>
      </p:sp>
      <p:sp>
        <p:nvSpPr>
          <p:cNvPr id="163" name="Google Shape;163;p9"/>
          <p:cNvSpPr txBox="1">
            <a:spLocks noGrp="1"/>
          </p:cNvSpPr>
          <p:nvPr>
            <p:ph type="body" idx="1"/>
          </p:nvPr>
        </p:nvSpPr>
        <p:spPr>
          <a:xfrm>
            <a:off x="899800" y="1600200"/>
            <a:ext cx="7787100" cy="452610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360"/>
              </a:spcBef>
              <a:spcAft>
                <a:spcPts val="0"/>
              </a:spcAft>
              <a:buSzPts val="1800"/>
              <a:buNone/>
            </a:pPr>
            <a:r>
              <a:rPr lang="en-US" sz="2800">
                <a:latin typeface="Times New Roman"/>
                <a:ea typeface="Times New Roman"/>
                <a:cs typeface="Times New Roman"/>
                <a:sym typeface="Times New Roman"/>
              </a:rPr>
              <a:t>Modules Description </a:t>
            </a:r>
            <a:endParaRPr>
              <a:latin typeface="Times New Roman"/>
              <a:ea typeface="Times New Roman"/>
              <a:cs typeface="Times New Roman"/>
              <a:sym typeface="Times New Roman"/>
            </a:endParaRPr>
          </a:p>
          <a:p>
            <a:pPr marL="457200" marR="717550" lvl="0" indent="-330200" algn="just" rtl="0">
              <a:lnSpc>
                <a:spcPct val="150000"/>
              </a:lnSpc>
              <a:spcBef>
                <a:spcPts val="785"/>
              </a:spcBef>
              <a:spcAft>
                <a:spcPts val="0"/>
              </a:spcAft>
              <a:buSzPts val="1600"/>
              <a:buFont typeface="Times New Roman"/>
              <a:buAutoNum type="arabicPeriod"/>
            </a:pPr>
            <a:r>
              <a:rPr lang="en-US" sz="1600" b="1">
                <a:latin typeface="Times New Roman"/>
                <a:ea typeface="Times New Roman"/>
                <a:cs typeface="Times New Roman"/>
                <a:sym typeface="Times New Roman"/>
              </a:rPr>
              <a:t>Dataset</a:t>
            </a:r>
            <a:endParaRPr sz="1600" b="1">
              <a:latin typeface="Times New Roman"/>
              <a:ea typeface="Times New Roman"/>
              <a:cs typeface="Times New Roman"/>
              <a:sym typeface="Times New Roman"/>
            </a:endParaRPr>
          </a:p>
          <a:p>
            <a:pPr marL="0" marR="717550" lvl="0" indent="0" algn="just" rtl="0">
              <a:lnSpc>
                <a:spcPct val="150000"/>
              </a:lnSpc>
              <a:spcBef>
                <a:spcPts val="785"/>
              </a:spcBef>
              <a:spcAft>
                <a:spcPts val="0"/>
              </a:spcAft>
              <a:buClr>
                <a:schemeClr val="dk1"/>
              </a:buClr>
              <a:buSzPts val="1100"/>
              <a:buNone/>
            </a:pPr>
            <a:r>
              <a:rPr lang="en-US" sz="1400">
                <a:latin typeface="Times New Roman"/>
                <a:ea typeface="Times New Roman"/>
                <a:cs typeface="Times New Roman"/>
                <a:sym typeface="Times New Roman"/>
              </a:rPr>
              <a:t>The project employs the Washington State's API to collect electric vehicle title and registration activity data which included a total of 433,172 transactions (91,255 new vehicle transactions).</a:t>
            </a:r>
            <a:endParaRPr sz="1400">
              <a:latin typeface="Times New Roman"/>
              <a:ea typeface="Times New Roman"/>
              <a:cs typeface="Times New Roman"/>
              <a:sym typeface="Times New Roman"/>
            </a:endParaRPr>
          </a:p>
          <a:p>
            <a:pPr marL="0" marR="717550" lvl="0" indent="0" algn="just" rtl="0">
              <a:lnSpc>
                <a:spcPct val="150000"/>
              </a:lnSpc>
              <a:spcBef>
                <a:spcPts val="785"/>
              </a:spcBef>
              <a:spcAft>
                <a:spcPts val="0"/>
              </a:spcAft>
              <a:buClr>
                <a:schemeClr val="dk1"/>
              </a:buClr>
              <a:buSzPts val="1100"/>
              <a:buNone/>
            </a:pPr>
            <a:r>
              <a:rPr lang="en-US" sz="1400">
                <a:latin typeface="Times New Roman"/>
                <a:ea typeface="Times New Roman"/>
                <a:cs typeface="Times New Roman"/>
                <a:sym typeface="Times New Roman"/>
              </a:rPr>
              <a:t>Additionally, to be able to compare future EV demand to existing charging infrastructure, the National Renewable Energy Laboratory's API has been used. The current charging station data that was received from this API had 1,686 charging stations for the state of Washington.</a:t>
            </a:r>
            <a:endParaRPr sz="1400">
              <a:latin typeface="Times New Roman"/>
              <a:ea typeface="Times New Roman"/>
              <a:cs typeface="Times New Roman"/>
              <a:sym typeface="Times New Roman"/>
            </a:endParaRPr>
          </a:p>
          <a:p>
            <a:pPr marL="0" marR="717550" lvl="0" indent="0" algn="just" rtl="0">
              <a:lnSpc>
                <a:spcPct val="150000"/>
              </a:lnSpc>
              <a:spcBef>
                <a:spcPts val="785"/>
              </a:spcBef>
              <a:spcAft>
                <a:spcPts val="0"/>
              </a:spcAft>
              <a:buClr>
                <a:schemeClr val="dk1"/>
              </a:buClr>
              <a:buSzPts val="1100"/>
              <a:buNone/>
            </a:pPr>
            <a:r>
              <a:rPr lang="en-US" sz="1400">
                <a:latin typeface="Times New Roman"/>
                <a:ea typeface="Times New Roman"/>
                <a:cs typeface="Times New Roman"/>
                <a:sym typeface="Times New Roman"/>
              </a:rPr>
              <a:t>To obtain the data, the API keys and secret tokens are accessed and stored in variables followed by calling these APIs and parsing the results to a dictionary format. The saved data is stored to one final compressed .csv file.</a:t>
            </a:r>
            <a:endParaRPr sz="1400">
              <a:latin typeface="Times New Roman"/>
              <a:ea typeface="Times New Roman"/>
              <a:cs typeface="Times New Roman"/>
              <a:sym typeface="Times New Roman"/>
            </a:endParaRPr>
          </a:p>
        </p:txBody>
      </p:sp>
      <p:pic>
        <p:nvPicPr>
          <p:cNvPr id="164" name="Google Shape;164;p9"/>
          <p:cNvPicPr preferRelativeResize="0"/>
          <p:nvPr/>
        </p:nvPicPr>
        <p:blipFill rotWithShape="1">
          <a:blip r:embed="rId3">
            <a:alphaModFix/>
          </a:blip>
          <a:srcRect/>
          <a:stretch/>
        </p:blipFill>
        <p:spPr>
          <a:xfrm>
            <a:off x="228600" y="553353"/>
            <a:ext cx="2237740" cy="755015"/>
          </a:xfrm>
          <a:prstGeom prst="rect">
            <a:avLst/>
          </a:prstGeom>
          <a:noFill/>
          <a:ln>
            <a:noFill/>
          </a:ln>
        </p:spPr>
      </p:pic>
      <p:sp>
        <p:nvSpPr>
          <p:cNvPr id="165" name="Google Shape;165;p9"/>
          <p:cNvSpPr txBox="1">
            <a:spLocks noGrp="1"/>
          </p:cNvSpPr>
          <p:nvPr>
            <p:ph type="dt" idx="10"/>
          </p:nvPr>
        </p:nvSpPr>
        <p:spPr>
          <a:xfrm>
            <a:off x="457200" y="6356350"/>
            <a:ext cx="2133600" cy="3651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US" b="1"/>
              <a:t>04-11-2023</a:t>
            </a:r>
            <a:endParaRPr/>
          </a:p>
        </p:txBody>
      </p:sp>
      <p:sp>
        <p:nvSpPr>
          <p:cNvPr id="166" name="Google Shape;166;p9"/>
          <p:cNvSpPr txBox="1">
            <a:spLocks noGrp="1"/>
          </p:cNvSpPr>
          <p:nvPr>
            <p:ph type="sldNum" idx="12"/>
          </p:nvPr>
        </p:nvSpPr>
        <p:spPr>
          <a:xfrm>
            <a:off x="6553200" y="6356350"/>
            <a:ext cx="21336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9</a:t>
            </a:fld>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70"/>
        <p:cNvGrpSpPr/>
        <p:nvPr/>
      </p:nvGrpSpPr>
      <p:grpSpPr>
        <a:xfrm>
          <a:off x="0" y="0"/>
          <a:ext cx="0" cy="0"/>
          <a:chOff x="0" y="0"/>
          <a:chExt cx="0" cy="0"/>
        </a:xfrm>
      </p:grpSpPr>
      <p:sp>
        <p:nvSpPr>
          <p:cNvPr id="171" name="Google Shape;171;p10"/>
          <p:cNvSpPr txBox="1">
            <a:spLocks noGrp="1"/>
          </p:cNvSpPr>
          <p:nvPr>
            <p:ph type="title"/>
          </p:nvPr>
        </p:nvSpPr>
        <p:spPr>
          <a:xfrm>
            <a:off x="2466350" y="274650"/>
            <a:ext cx="6220500" cy="11430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1"/>
              </a:buClr>
              <a:buSzPts val="3960"/>
              <a:buFont typeface="Calibri"/>
              <a:buNone/>
            </a:pPr>
            <a:r>
              <a:rPr lang="en-US" sz="3060"/>
              <a:t>  </a:t>
            </a:r>
            <a:r>
              <a:rPr lang="en-US" sz="3060">
                <a:latin typeface="Times New Roman"/>
                <a:ea typeface="Times New Roman"/>
                <a:cs typeface="Times New Roman"/>
                <a:sym typeface="Times New Roman"/>
              </a:rPr>
              <a:t>Electric Vehicle Charging Demand Prediction Using ARIMA Models</a:t>
            </a:r>
            <a:endParaRPr sz="3060"/>
          </a:p>
        </p:txBody>
      </p:sp>
      <p:sp>
        <p:nvSpPr>
          <p:cNvPr id="172" name="Google Shape;172;p10"/>
          <p:cNvSpPr txBox="1">
            <a:spLocks noGrp="1"/>
          </p:cNvSpPr>
          <p:nvPr>
            <p:ph type="body" idx="1"/>
          </p:nvPr>
        </p:nvSpPr>
        <p:spPr>
          <a:xfrm>
            <a:off x="899800" y="1600200"/>
            <a:ext cx="7787100" cy="4844400"/>
          </a:xfrm>
          <a:prstGeom prst="rect">
            <a:avLst/>
          </a:prstGeom>
          <a:noFill/>
          <a:ln>
            <a:noFill/>
          </a:ln>
        </p:spPr>
        <p:txBody>
          <a:bodyPr spcFirstLastPara="1" wrap="square" lIns="91425" tIns="45700" rIns="91425" bIns="45700" anchor="t" anchorCtr="0">
            <a:normAutofit/>
          </a:bodyPr>
          <a:lstStyle/>
          <a:p>
            <a:pPr marL="0" lvl="1" indent="0" algn="l" rtl="0">
              <a:lnSpc>
                <a:spcPct val="100000"/>
              </a:lnSpc>
              <a:spcBef>
                <a:spcPts val="360"/>
              </a:spcBef>
              <a:spcAft>
                <a:spcPts val="0"/>
              </a:spcAft>
              <a:buClr>
                <a:schemeClr val="dk1"/>
              </a:buClr>
              <a:buSzPts val="1800"/>
              <a:buNone/>
            </a:pPr>
            <a:r>
              <a:rPr lang="en-US">
                <a:latin typeface="Times New Roman"/>
                <a:ea typeface="Times New Roman"/>
                <a:cs typeface="Times New Roman"/>
                <a:sym typeface="Times New Roman"/>
              </a:rPr>
              <a:t>Modules Description </a:t>
            </a:r>
            <a:endParaRPr>
              <a:latin typeface="Times New Roman"/>
              <a:ea typeface="Times New Roman"/>
              <a:cs typeface="Times New Roman"/>
              <a:sym typeface="Times New Roman"/>
            </a:endParaRPr>
          </a:p>
          <a:p>
            <a:pPr marL="0" marR="717550" lvl="0" indent="0" algn="just" rtl="0">
              <a:lnSpc>
                <a:spcPct val="150000"/>
              </a:lnSpc>
              <a:spcBef>
                <a:spcPts val="785"/>
              </a:spcBef>
              <a:spcAft>
                <a:spcPts val="0"/>
              </a:spcAft>
              <a:buSzPts val="1800"/>
              <a:buNone/>
            </a:pPr>
            <a:r>
              <a:rPr lang="en-US" sz="1400" b="1">
                <a:latin typeface="Times New Roman"/>
                <a:ea typeface="Times New Roman"/>
                <a:cs typeface="Times New Roman"/>
                <a:sym typeface="Times New Roman"/>
              </a:rPr>
              <a:t>2. Data Cleaning</a:t>
            </a:r>
            <a:endParaRPr sz="1400" b="1">
              <a:latin typeface="Times New Roman"/>
              <a:ea typeface="Times New Roman"/>
              <a:cs typeface="Times New Roman"/>
              <a:sym typeface="Times New Roman"/>
            </a:endParaRPr>
          </a:p>
          <a:p>
            <a:pPr marL="0" marR="717550" lvl="0" indent="0" algn="just" rtl="0">
              <a:lnSpc>
                <a:spcPct val="150000"/>
              </a:lnSpc>
              <a:spcBef>
                <a:spcPts val="785"/>
              </a:spcBef>
              <a:spcAft>
                <a:spcPts val="0"/>
              </a:spcAft>
              <a:buSzPts val="1800"/>
              <a:buNone/>
            </a:pPr>
            <a:r>
              <a:rPr lang="en-US" sz="1200">
                <a:latin typeface="Times New Roman"/>
                <a:ea typeface="Times New Roman"/>
                <a:cs typeface="Times New Roman"/>
                <a:sym typeface="Times New Roman"/>
              </a:rPr>
              <a:t>The data obtained was scrubbed for the purpose of feature engineering. The ‘transaction_date’ column was used as an index for the dataset, therefore, its type was changed from object to datetime. In order to clean the dataset, columns for governmental use were dropped. These were mostly about whether a fee was paid or if the vehicle met certain governmental requirements for tax credits or otherwise, which is irrelevant for the purpose of this project. Since the complete transaction date was present in our index, we identified that the 'transaction_year' column wasn't necessary. Additionally, the 'date_of_vehicle_sale' column was observed to have several missing entries. When data was available, the duration between the transaction date and the actual vehicle sale appeared to be approximately a few weeks, rendering the difference inconsequential for our analysis. Considering that the sale price of the vehicle at the transaction time was available, the 'base MSRP' column was deemed irrelevant. Consequently, we proceeded to remove these columns from our dataset. For our analysis, the registration details were not to be utilized. Instead, we focused on the title transactions to compute the count of electric vehicles on the road. Therefore, this registration information was filtered out from our dataset.Observing multiple duplicate transactions displaying identical information for the same cars except for the county, city, and zipcode details, we assumed the latest transaction among these duplicates to be the accurate one, retaining it. </a:t>
            </a:r>
            <a:endParaRPr sz="1200">
              <a:latin typeface="Times New Roman"/>
              <a:ea typeface="Times New Roman"/>
              <a:cs typeface="Times New Roman"/>
              <a:sym typeface="Times New Roman"/>
            </a:endParaRPr>
          </a:p>
        </p:txBody>
      </p:sp>
      <p:pic>
        <p:nvPicPr>
          <p:cNvPr id="173" name="Google Shape;173;p10"/>
          <p:cNvPicPr preferRelativeResize="0"/>
          <p:nvPr/>
        </p:nvPicPr>
        <p:blipFill rotWithShape="1">
          <a:blip r:embed="rId3">
            <a:alphaModFix/>
          </a:blip>
          <a:srcRect/>
          <a:stretch/>
        </p:blipFill>
        <p:spPr>
          <a:xfrm>
            <a:off x="228600" y="553353"/>
            <a:ext cx="2237740" cy="755015"/>
          </a:xfrm>
          <a:prstGeom prst="rect">
            <a:avLst/>
          </a:prstGeom>
          <a:noFill/>
          <a:ln>
            <a:noFill/>
          </a:ln>
        </p:spPr>
      </p:pic>
      <p:sp>
        <p:nvSpPr>
          <p:cNvPr id="174" name="Google Shape;174;p10"/>
          <p:cNvSpPr txBox="1">
            <a:spLocks noGrp="1"/>
          </p:cNvSpPr>
          <p:nvPr>
            <p:ph type="dt" idx="10"/>
          </p:nvPr>
        </p:nvSpPr>
        <p:spPr>
          <a:xfrm>
            <a:off x="457200" y="6356350"/>
            <a:ext cx="2133600" cy="3651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US" b="1"/>
              <a:t>04-11-2023</a:t>
            </a:r>
            <a:endParaRPr/>
          </a:p>
        </p:txBody>
      </p:sp>
      <p:sp>
        <p:nvSpPr>
          <p:cNvPr id="175" name="Google Shape;175;p10"/>
          <p:cNvSpPr txBox="1">
            <a:spLocks noGrp="1"/>
          </p:cNvSpPr>
          <p:nvPr>
            <p:ph type="sldNum" idx="12"/>
          </p:nvPr>
        </p:nvSpPr>
        <p:spPr>
          <a:xfrm>
            <a:off x="6553200" y="6356350"/>
            <a:ext cx="21336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10</a:t>
            </a:fld>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79"/>
        <p:cNvGrpSpPr/>
        <p:nvPr/>
      </p:nvGrpSpPr>
      <p:grpSpPr>
        <a:xfrm>
          <a:off x="0" y="0"/>
          <a:ext cx="0" cy="0"/>
          <a:chOff x="0" y="0"/>
          <a:chExt cx="0" cy="0"/>
        </a:xfrm>
      </p:grpSpPr>
      <p:sp>
        <p:nvSpPr>
          <p:cNvPr id="180" name="Google Shape;180;p11"/>
          <p:cNvSpPr txBox="1">
            <a:spLocks noGrp="1"/>
          </p:cNvSpPr>
          <p:nvPr>
            <p:ph type="title"/>
          </p:nvPr>
        </p:nvSpPr>
        <p:spPr>
          <a:xfrm>
            <a:off x="2466350" y="274650"/>
            <a:ext cx="6220500" cy="11430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1"/>
              </a:buClr>
              <a:buSzPts val="3960"/>
              <a:buFont typeface="Calibri"/>
              <a:buNone/>
            </a:pPr>
            <a:r>
              <a:rPr lang="en-US" sz="3060"/>
              <a:t>  </a:t>
            </a:r>
            <a:r>
              <a:rPr lang="en-US" sz="3060">
                <a:latin typeface="Times New Roman"/>
                <a:ea typeface="Times New Roman"/>
                <a:cs typeface="Times New Roman"/>
                <a:sym typeface="Times New Roman"/>
              </a:rPr>
              <a:t>Electric Vehicle Charging Demand Prediction Using ARIMA Models</a:t>
            </a:r>
            <a:endParaRPr sz="3060"/>
          </a:p>
        </p:txBody>
      </p:sp>
      <p:sp>
        <p:nvSpPr>
          <p:cNvPr id="181" name="Google Shape;181;p11"/>
          <p:cNvSpPr txBox="1">
            <a:spLocks noGrp="1"/>
          </p:cNvSpPr>
          <p:nvPr>
            <p:ph type="body" idx="1"/>
          </p:nvPr>
        </p:nvSpPr>
        <p:spPr>
          <a:xfrm>
            <a:off x="899800" y="1600200"/>
            <a:ext cx="7787100" cy="4526100"/>
          </a:xfrm>
          <a:prstGeom prst="rect">
            <a:avLst/>
          </a:prstGeom>
          <a:noFill/>
          <a:ln>
            <a:noFill/>
          </a:ln>
        </p:spPr>
        <p:txBody>
          <a:bodyPr spcFirstLastPara="1" wrap="square" lIns="91425" tIns="45700" rIns="91425" bIns="45700" anchor="t" anchorCtr="0">
            <a:normAutofit fontScale="92500" lnSpcReduction="20000"/>
          </a:bodyPr>
          <a:lstStyle/>
          <a:p>
            <a:pPr marL="0" lvl="1" indent="0" algn="l" rtl="0">
              <a:lnSpc>
                <a:spcPct val="100000"/>
              </a:lnSpc>
              <a:spcBef>
                <a:spcPts val="360"/>
              </a:spcBef>
              <a:spcAft>
                <a:spcPts val="0"/>
              </a:spcAft>
              <a:buClr>
                <a:schemeClr val="dk1"/>
              </a:buClr>
              <a:buSzPct val="64285"/>
              <a:buNone/>
            </a:pPr>
            <a:r>
              <a:rPr lang="en-US">
                <a:latin typeface="Times New Roman"/>
                <a:ea typeface="Times New Roman"/>
                <a:cs typeface="Times New Roman"/>
                <a:sym typeface="Times New Roman"/>
              </a:rPr>
              <a:t>Modules Description </a:t>
            </a:r>
            <a:endParaRPr>
              <a:latin typeface="Times New Roman"/>
              <a:ea typeface="Times New Roman"/>
              <a:cs typeface="Times New Roman"/>
              <a:sym typeface="Times New Roman"/>
            </a:endParaRPr>
          </a:p>
          <a:p>
            <a:pPr marL="0" marR="717550" lvl="0" indent="0" algn="just" rtl="0">
              <a:lnSpc>
                <a:spcPct val="150000"/>
              </a:lnSpc>
              <a:spcBef>
                <a:spcPts val="785"/>
              </a:spcBef>
              <a:spcAft>
                <a:spcPts val="0"/>
              </a:spcAft>
              <a:buSzPct val="138996"/>
              <a:buNone/>
            </a:pPr>
            <a:r>
              <a:rPr lang="en-US" sz="1400" b="1">
                <a:latin typeface="Times New Roman"/>
                <a:ea typeface="Times New Roman"/>
                <a:cs typeface="Times New Roman"/>
                <a:sym typeface="Times New Roman"/>
              </a:rPr>
              <a:t>3. </a:t>
            </a:r>
            <a:r>
              <a:rPr lang="en-US" sz="1616" b="1">
                <a:latin typeface="Times New Roman"/>
                <a:ea typeface="Times New Roman"/>
                <a:cs typeface="Times New Roman"/>
                <a:sym typeface="Times New Roman"/>
              </a:rPr>
              <a:t>Exploratory Data Analysis</a:t>
            </a:r>
            <a:endParaRPr sz="1616" b="1">
              <a:latin typeface="Times New Roman"/>
              <a:ea typeface="Times New Roman"/>
              <a:cs typeface="Times New Roman"/>
              <a:sym typeface="Times New Roman"/>
            </a:endParaRPr>
          </a:p>
          <a:p>
            <a:pPr marL="0" marR="717550" lvl="0" indent="0" algn="just" rtl="0">
              <a:lnSpc>
                <a:spcPct val="150000"/>
              </a:lnSpc>
              <a:spcBef>
                <a:spcPts val="785"/>
              </a:spcBef>
              <a:spcAft>
                <a:spcPts val="0"/>
              </a:spcAft>
              <a:buClr>
                <a:schemeClr val="dk1"/>
              </a:buClr>
              <a:buSzPct val="91666"/>
              <a:buFont typeface="Arial"/>
              <a:buNone/>
            </a:pPr>
            <a:r>
              <a:rPr lang="en-US" sz="1200">
                <a:latin typeface="Times New Roman"/>
                <a:ea typeface="Times New Roman"/>
                <a:cs typeface="Times New Roman"/>
                <a:sym typeface="Times New Roman"/>
              </a:rPr>
              <a:t>We conducted Exploratory Data Analysis (EDA) in conjunction with data mining and cleaning to facilitate decision-making regarding feature selection and feature transformation. Our primary objective was to forecast the growth of new electric vehicle adoption within each county over time.</a:t>
            </a:r>
            <a:endParaRPr sz="1200">
              <a:latin typeface="Times New Roman"/>
              <a:ea typeface="Times New Roman"/>
              <a:cs typeface="Times New Roman"/>
              <a:sym typeface="Times New Roman"/>
            </a:endParaRPr>
          </a:p>
          <a:p>
            <a:pPr marL="0" marR="717550" lvl="0" indent="0" algn="just" rtl="0">
              <a:lnSpc>
                <a:spcPct val="150000"/>
              </a:lnSpc>
              <a:spcBef>
                <a:spcPts val="785"/>
              </a:spcBef>
              <a:spcAft>
                <a:spcPts val="0"/>
              </a:spcAft>
              <a:buClr>
                <a:schemeClr val="dk1"/>
              </a:buClr>
              <a:buSzPct val="91666"/>
              <a:buFont typeface="Arial"/>
              <a:buNone/>
            </a:pPr>
            <a:r>
              <a:rPr lang="en-US" sz="1200">
                <a:latin typeface="Times New Roman"/>
                <a:ea typeface="Times New Roman"/>
                <a:cs typeface="Times New Roman"/>
                <a:sym typeface="Times New Roman"/>
              </a:rPr>
              <a:t>After completing the data cleaning process, we applied Exploratory Data Analysis (EDA) to the refined dataset to generate visualizations. These visualizations indicated a remarkable exponential rise in the number of electric vehicles on the roads of Washington State over the past decade. This observation serves as strong evidence that the state exhibits a significant demand for electric vehicles, making it a profitable investment opportunity for EV charging companies. </a:t>
            </a:r>
            <a:endParaRPr sz="1200">
              <a:latin typeface="Times New Roman"/>
              <a:ea typeface="Times New Roman"/>
              <a:cs typeface="Times New Roman"/>
              <a:sym typeface="Times New Roman"/>
            </a:endParaRPr>
          </a:p>
          <a:p>
            <a:pPr marL="0" marR="717550" lvl="0" indent="0" algn="just" rtl="0">
              <a:lnSpc>
                <a:spcPct val="150000"/>
              </a:lnSpc>
              <a:spcBef>
                <a:spcPts val="785"/>
              </a:spcBef>
              <a:spcAft>
                <a:spcPts val="0"/>
              </a:spcAft>
              <a:buClr>
                <a:schemeClr val="dk1"/>
              </a:buClr>
              <a:buSzPct val="91666"/>
              <a:buFont typeface="Arial"/>
              <a:buNone/>
            </a:pPr>
            <a:r>
              <a:rPr lang="en-US" sz="1200">
                <a:latin typeface="Times New Roman"/>
                <a:ea typeface="Times New Roman"/>
                <a:cs typeface="Times New Roman"/>
                <a:sym typeface="Times New Roman"/>
              </a:rPr>
              <a:t>We limited our analysis to the top 10 counties that had the most electric vehicle purchases in the past 10 years.</a:t>
            </a:r>
            <a:endParaRPr sz="1200">
              <a:latin typeface="Times New Roman"/>
              <a:ea typeface="Times New Roman"/>
              <a:cs typeface="Times New Roman"/>
              <a:sym typeface="Times New Roman"/>
            </a:endParaRPr>
          </a:p>
          <a:p>
            <a:pPr marL="0" marR="717550" lvl="0" indent="0" algn="just" rtl="0">
              <a:lnSpc>
                <a:spcPct val="150000"/>
              </a:lnSpc>
              <a:spcBef>
                <a:spcPts val="785"/>
              </a:spcBef>
              <a:spcAft>
                <a:spcPts val="0"/>
              </a:spcAft>
              <a:buClr>
                <a:schemeClr val="dk1"/>
              </a:buClr>
              <a:buSzPct val="91666"/>
              <a:buFont typeface="Arial"/>
              <a:buNone/>
            </a:pPr>
            <a:r>
              <a:rPr lang="en-US" sz="1200">
                <a:latin typeface="Times New Roman"/>
                <a:ea typeface="Times New Roman"/>
                <a:cs typeface="Times New Roman"/>
                <a:sym typeface="Times New Roman"/>
              </a:rPr>
              <a:t>An essential factor for an electric charging company to consider is the most commonly purchased electric vehicle models in each county. This information helps in making decisions about additional factors such as:</a:t>
            </a:r>
            <a:endParaRPr sz="1200">
              <a:latin typeface="Times New Roman"/>
              <a:ea typeface="Times New Roman"/>
              <a:cs typeface="Times New Roman"/>
              <a:sym typeface="Times New Roman"/>
            </a:endParaRPr>
          </a:p>
          <a:p>
            <a:pPr marL="0" marR="717550" lvl="0" indent="0" algn="just" rtl="0">
              <a:lnSpc>
                <a:spcPct val="150000"/>
              </a:lnSpc>
              <a:spcBef>
                <a:spcPts val="785"/>
              </a:spcBef>
              <a:spcAft>
                <a:spcPts val="0"/>
              </a:spcAft>
              <a:buClr>
                <a:schemeClr val="dk1"/>
              </a:buClr>
              <a:buSzPct val="91666"/>
              <a:buFont typeface="Arial"/>
              <a:buNone/>
            </a:pPr>
            <a:r>
              <a:rPr lang="en-US" sz="1200">
                <a:latin typeface="Times New Roman"/>
                <a:ea typeface="Times New Roman"/>
                <a:cs typeface="Times New Roman"/>
                <a:sym typeface="Times New Roman"/>
              </a:rPr>
              <a:t>Determining whether to include adapters for various connector types like Tesla, CCS, CHAdeMO, etc.</a:t>
            </a:r>
            <a:endParaRPr sz="1200">
              <a:latin typeface="Times New Roman"/>
              <a:ea typeface="Times New Roman"/>
              <a:cs typeface="Times New Roman"/>
              <a:sym typeface="Times New Roman"/>
            </a:endParaRPr>
          </a:p>
          <a:p>
            <a:pPr marL="0" marR="717550" lvl="0" indent="0" algn="just" rtl="0">
              <a:lnSpc>
                <a:spcPct val="150000"/>
              </a:lnSpc>
              <a:spcBef>
                <a:spcPts val="785"/>
              </a:spcBef>
              <a:spcAft>
                <a:spcPts val="0"/>
              </a:spcAft>
              <a:buClr>
                <a:schemeClr val="dk1"/>
              </a:buClr>
              <a:buSzPct val="91666"/>
              <a:buFont typeface="Arial"/>
              <a:buNone/>
            </a:pPr>
            <a:r>
              <a:rPr lang="en-US" sz="1200">
                <a:latin typeface="Times New Roman"/>
                <a:ea typeface="Times New Roman"/>
                <a:cs typeface="Times New Roman"/>
                <a:sym typeface="Times New Roman"/>
              </a:rPr>
              <a:t>Deciding on the type of charging stations to build, whether they are level 1, level 2, or level 3.</a:t>
            </a:r>
            <a:endParaRPr sz="1200">
              <a:latin typeface="Times New Roman"/>
              <a:ea typeface="Times New Roman"/>
              <a:cs typeface="Times New Roman"/>
              <a:sym typeface="Times New Roman"/>
            </a:endParaRPr>
          </a:p>
          <a:p>
            <a:pPr marL="0" marR="717550" lvl="0" indent="0" algn="just" rtl="0">
              <a:lnSpc>
                <a:spcPct val="150000"/>
              </a:lnSpc>
              <a:spcBef>
                <a:spcPts val="785"/>
              </a:spcBef>
              <a:spcAft>
                <a:spcPts val="0"/>
              </a:spcAft>
              <a:buSzPct val="162162"/>
              <a:buNone/>
            </a:pPr>
            <a:r>
              <a:rPr lang="en-US" sz="1200">
                <a:latin typeface="Times New Roman"/>
                <a:ea typeface="Times New Roman"/>
                <a:cs typeface="Times New Roman"/>
                <a:sym typeface="Times New Roman"/>
              </a:rPr>
              <a:t>Planning the spacing of chargers based on the sizes of vehicles.</a:t>
            </a:r>
            <a:endParaRPr sz="1200">
              <a:latin typeface="Times New Roman"/>
              <a:ea typeface="Times New Roman"/>
              <a:cs typeface="Times New Roman"/>
              <a:sym typeface="Times New Roman"/>
            </a:endParaRPr>
          </a:p>
        </p:txBody>
      </p:sp>
      <p:pic>
        <p:nvPicPr>
          <p:cNvPr id="182" name="Google Shape;182;p11"/>
          <p:cNvPicPr preferRelativeResize="0"/>
          <p:nvPr/>
        </p:nvPicPr>
        <p:blipFill rotWithShape="1">
          <a:blip r:embed="rId3">
            <a:alphaModFix/>
          </a:blip>
          <a:srcRect/>
          <a:stretch/>
        </p:blipFill>
        <p:spPr>
          <a:xfrm>
            <a:off x="228600" y="553353"/>
            <a:ext cx="2237740" cy="755015"/>
          </a:xfrm>
          <a:prstGeom prst="rect">
            <a:avLst/>
          </a:prstGeom>
          <a:noFill/>
          <a:ln>
            <a:noFill/>
          </a:ln>
        </p:spPr>
      </p:pic>
      <p:sp>
        <p:nvSpPr>
          <p:cNvPr id="183" name="Google Shape;183;p11"/>
          <p:cNvSpPr txBox="1">
            <a:spLocks noGrp="1"/>
          </p:cNvSpPr>
          <p:nvPr>
            <p:ph type="dt" idx="10"/>
          </p:nvPr>
        </p:nvSpPr>
        <p:spPr>
          <a:xfrm>
            <a:off x="457200" y="6356350"/>
            <a:ext cx="2133600" cy="3651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US" b="1"/>
              <a:t>04-11-2023</a:t>
            </a:r>
            <a:endParaRPr/>
          </a:p>
        </p:txBody>
      </p:sp>
      <p:sp>
        <p:nvSpPr>
          <p:cNvPr id="184" name="Google Shape;184;p11"/>
          <p:cNvSpPr txBox="1">
            <a:spLocks noGrp="1"/>
          </p:cNvSpPr>
          <p:nvPr>
            <p:ph type="sldNum" idx="12"/>
          </p:nvPr>
        </p:nvSpPr>
        <p:spPr>
          <a:xfrm>
            <a:off x="6553200" y="6356350"/>
            <a:ext cx="21336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11</a:t>
            </a:fld>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88"/>
        <p:cNvGrpSpPr/>
        <p:nvPr/>
      </p:nvGrpSpPr>
      <p:grpSpPr>
        <a:xfrm>
          <a:off x="0" y="0"/>
          <a:ext cx="0" cy="0"/>
          <a:chOff x="0" y="0"/>
          <a:chExt cx="0" cy="0"/>
        </a:xfrm>
      </p:grpSpPr>
      <p:sp>
        <p:nvSpPr>
          <p:cNvPr id="189" name="Google Shape;189;p12"/>
          <p:cNvSpPr txBox="1">
            <a:spLocks noGrp="1"/>
          </p:cNvSpPr>
          <p:nvPr>
            <p:ph type="title"/>
          </p:nvPr>
        </p:nvSpPr>
        <p:spPr>
          <a:xfrm>
            <a:off x="2466350" y="274650"/>
            <a:ext cx="6220500" cy="11430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1"/>
              </a:buClr>
              <a:buSzPts val="3960"/>
              <a:buFont typeface="Calibri"/>
              <a:buNone/>
            </a:pPr>
            <a:r>
              <a:rPr lang="en-US" sz="3060"/>
              <a:t>  </a:t>
            </a:r>
            <a:r>
              <a:rPr lang="en-US" sz="3060">
                <a:latin typeface="Times New Roman"/>
                <a:ea typeface="Times New Roman"/>
                <a:cs typeface="Times New Roman"/>
                <a:sym typeface="Times New Roman"/>
              </a:rPr>
              <a:t>Electric Vehicle Charging Demand Prediction Using ARIMA Models</a:t>
            </a:r>
            <a:endParaRPr sz="3060"/>
          </a:p>
        </p:txBody>
      </p:sp>
      <p:sp>
        <p:nvSpPr>
          <p:cNvPr id="190" name="Google Shape;190;p12"/>
          <p:cNvSpPr txBox="1">
            <a:spLocks noGrp="1"/>
          </p:cNvSpPr>
          <p:nvPr>
            <p:ph type="body" idx="1"/>
          </p:nvPr>
        </p:nvSpPr>
        <p:spPr>
          <a:xfrm>
            <a:off x="899800" y="1600200"/>
            <a:ext cx="7787100" cy="4526100"/>
          </a:xfrm>
          <a:prstGeom prst="rect">
            <a:avLst/>
          </a:prstGeom>
          <a:noFill/>
          <a:ln>
            <a:noFill/>
          </a:ln>
        </p:spPr>
        <p:txBody>
          <a:bodyPr spcFirstLastPara="1" wrap="square" lIns="91425" tIns="45700" rIns="91425" bIns="45700" anchor="t" anchorCtr="0">
            <a:normAutofit lnSpcReduction="20000"/>
          </a:bodyPr>
          <a:lstStyle/>
          <a:p>
            <a:pPr marL="0" lvl="1" indent="0" algn="l" rtl="0">
              <a:lnSpc>
                <a:spcPct val="100000"/>
              </a:lnSpc>
              <a:spcBef>
                <a:spcPts val="360"/>
              </a:spcBef>
              <a:spcAft>
                <a:spcPts val="0"/>
              </a:spcAft>
              <a:buClr>
                <a:schemeClr val="dk1"/>
              </a:buClr>
              <a:buSzPts val="1800"/>
              <a:buNone/>
            </a:pPr>
            <a:r>
              <a:rPr lang="en-US">
                <a:latin typeface="Times New Roman"/>
                <a:ea typeface="Times New Roman"/>
                <a:cs typeface="Times New Roman"/>
                <a:sym typeface="Times New Roman"/>
              </a:rPr>
              <a:t>Modules Description </a:t>
            </a:r>
            <a:endParaRPr>
              <a:latin typeface="Times New Roman"/>
              <a:ea typeface="Times New Roman"/>
              <a:cs typeface="Times New Roman"/>
              <a:sym typeface="Times New Roman"/>
            </a:endParaRPr>
          </a:p>
          <a:p>
            <a:pPr marL="0" marR="717550" lvl="0" indent="0" algn="just" rtl="0">
              <a:lnSpc>
                <a:spcPct val="150000"/>
              </a:lnSpc>
              <a:spcBef>
                <a:spcPts val="785"/>
              </a:spcBef>
              <a:spcAft>
                <a:spcPts val="0"/>
              </a:spcAft>
              <a:buSzPts val="1800"/>
              <a:buNone/>
            </a:pPr>
            <a:r>
              <a:rPr lang="en-US" sz="1400" b="1">
                <a:latin typeface="Times New Roman"/>
                <a:ea typeface="Times New Roman"/>
                <a:cs typeface="Times New Roman"/>
                <a:sym typeface="Times New Roman"/>
              </a:rPr>
              <a:t>4. </a:t>
            </a:r>
            <a:r>
              <a:rPr lang="en-US" sz="1616" b="1">
                <a:latin typeface="Times New Roman"/>
                <a:ea typeface="Times New Roman"/>
                <a:cs typeface="Times New Roman"/>
                <a:sym typeface="Times New Roman"/>
              </a:rPr>
              <a:t>Model Building</a:t>
            </a:r>
            <a:endParaRPr sz="1616" b="1">
              <a:latin typeface="Times New Roman"/>
              <a:ea typeface="Times New Roman"/>
              <a:cs typeface="Times New Roman"/>
              <a:sym typeface="Times New Roman"/>
            </a:endParaRPr>
          </a:p>
          <a:p>
            <a:pPr marL="0" marR="717550" lvl="0" indent="0" algn="just" rtl="0">
              <a:lnSpc>
                <a:spcPct val="150000"/>
              </a:lnSpc>
              <a:spcBef>
                <a:spcPts val="785"/>
              </a:spcBef>
              <a:spcAft>
                <a:spcPts val="0"/>
              </a:spcAft>
              <a:buSzPts val="1800"/>
              <a:buNone/>
            </a:pPr>
            <a:r>
              <a:rPr lang="en-US" sz="1200">
                <a:latin typeface="Times New Roman"/>
                <a:ea typeface="Times New Roman"/>
                <a:cs typeface="Times New Roman"/>
                <a:sym typeface="Times New Roman"/>
              </a:rPr>
              <a:t>In the Model Building section , a systematic approach is outlined for developing time series models to predict electric vehicle demand in the top ten counties. Each county's data is split into training and testing sets, and the modeling process includes seasonal decomposition to identify seasonality and trend components. Various models, such as linear regression, random forest, bagging, and boosting, are employed and evaluated for their performance. Two essential functions are introduced: one for assessing model performance with statistical metrics and another for generating forecasts and visualizing predictions. The train-test split is optimized for each county, leveraging the "pmdarima" library to find optimal parameters. Once identified, these parameters are incorporated into a SARIMAX model. Model validation is performed using test data and a forecast function, demonstrating accurate predictions for future electric vehicle counts in each county. While the analysis reveals a strong alignment between forecasted and observed values, a deviation is noted in early 2020, likely due to the impact of the COVID-19 pandemic. Nevertheless, the model is selected for forecasting future EV counts in Benton County, where predictions indicate exponential growth in electric vehicle counts across all the top counties, including Snohomish, Pierce, Clark, Thurston, Kitsap, Whatcom, Spokane, Benton, and Island.</a:t>
            </a:r>
            <a:endParaRPr sz="1200">
              <a:latin typeface="Times New Roman"/>
              <a:ea typeface="Times New Roman"/>
              <a:cs typeface="Times New Roman"/>
              <a:sym typeface="Times New Roman"/>
            </a:endParaRPr>
          </a:p>
          <a:p>
            <a:pPr marL="0" marR="717550" lvl="0" indent="0" algn="just" rtl="0">
              <a:lnSpc>
                <a:spcPct val="150000"/>
              </a:lnSpc>
              <a:spcBef>
                <a:spcPts val="785"/>
              </a:spcBef>
              <a:spcAft>
                <a:spcPts val="0"/>
              </a:spcAft>
              <a:buSzPts val="1800"/>
              <a:buNone/>
            </a:pPr>
            <a:endParaRPr sz="1200">
              <a:latin typeface="Times New Roman"/>
              <a:ea typeface="Times New Roman"/>
              <a:cs typeface="Times New Roman"/>
              <a:sym typeface="Times New Roman"/>
            </a:endParaRPr>
          </a:p>
        </p:txBody>
      </p:sp>
      <p:pic>
        <p:nvPicPr>
          <p:cNvPr id="191" name="Google Shape;191;p12"/>
          <p:cNvPicPr preferRelativeResize="0"/>
          <p:nvPr/>
        </p:nvPicPr>
        <p:blipFill rotWithShape="1">
          <a:blip r:embed="rId3">
            <a:alphaModFix/>
          </a:blip>
          <a:srcRect/>
          <a:stretch/>
        </p:blipFill>
        <p:spPr>
          <a:xfrm>
            <a:off x="228600" y="553353"/>
            <a:ext cx="2237740" cy="755015"/>
          </a:xfrm>
          <a:prstGeom prst="rect">
            <a:avLst/>
          </a:prstGeom>
          <a:noFill/>
          <a:ln>
            <a:noFill/>
          </a:ln>
        </p:spPr>
      </p:pic>
      <p:sp>
        <p:nvSpPr>
          <p:cNvPr id="192" name="Google Shape;192;p12"/>
          <p:cNvSpPr txBox="1">
            <a:spLocks noGrp="1"/>
          </p:cNvSpPr>
          <p:nvPr>
            <p:ph type="dt" idx="10"/>
          </p:nvPr>
        </p:nvSpPr>
        <p:spPr>
          <a:xfrm>
            <a:off x="457200" y="6356350"/>
            <a:ext cx="2133600" cy="3651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US" b="1"/>
              <a:t>04-11-2023</a:t>
            </a:r>
            <a:endParaRPr/>
          </a:p>
        </p:txBody>
      </p:sp>
      <p:sp>
        <p:nvSpPr>
          <p:cNvPr id="193" name="Google Shape;193;p12"/>
          <p:cNvSpPr txBox="1">
            <a:spLocks noGrp="1"/>
          </p:cNvSpPr>
          <p:nvPr>
            <p:ph type="sldNum" idx="12"/>
          </p:nvPr>
        </p:nvSpPr>
        <p:spPr>
          <a:xfrm>
            <a:off x="6553200" y="6356350"/>
            <a:ext cx="21336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12</a:t>
            </a:fld>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97"/>
        <p:cNvGrpSpPr/>
        <p:nvPr/>
      </p:nvGrpSpPr>
      <p:grpSpPr>
        <a:xfrm>
          <a:off x="0" y="0"/>
          <a:ext cx="0" cy="0"/>
          <a:chOff x="0" y="0"/>
          <a:chExt cx="0" cy="0"/>
        </a:xfrm>
      </p:grpSpPr>
      <p:sp>
        <p:nvSpPr>
          <p:cNvPr id="198" name="Google Shape;198;p13"/>
          <p:cNvSpPr txBox="1">
            <a:spLocks noGrp="1"/>
          </p:cNvSpPr>
          <p:nvPr>
            <p:ph type="title"/>
          </p:nvPr>
        </p:nvSpPr>
        <p:spPr>
          <a:xfrm>
            <a:off x="2466350" y="274650"/>
            <a:ext cx="6220500" cy="11430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1"/>
              </a:buClr>
              <a:buSzPts val="3960"/>
              <a:buFont typeface="Calibri"/>
              <a:buNone/>
            </a:pPr>
            <a:r>
              <a:rPr lang="en-US" sz="3060"/>
              <a:t>      </a:t>
            </a:r>
            <a:r>
              <a:rPr lang="en-US" sz="3060">
                <a:latin typeface="Times New Roman"/>
                <a:ea typeface="Times New Roman"/>
                <a:cs typeface="Times New Roman"/>
                <a:sym typeface="Times New Roman"/>
              </a:rPr>
              <a:t>Electric Vehicle Charging Demand Prediction Using ARIMA Models</a:t>
            </a:r>
            <a:endParaRPr sz="3060"/>
          </a:p>
        </p:txBody>
      </p:sp>
      <p:sp>
        <p:nvSpPr>
          <p:cNvPr id="199" name="Google Shape;199;p13"/>
          <p:cNvSpPr txBox="1">
            <a:spLocks noGrp="1"/>
          </p:cNvSpPr>
          <p:nvPr>
            <p:ph type="body" idx="1"/>
          </p:nvPr>
        </p:nvSpPr>
        <p:spPr>
          <a:xfrm>
            <a:off x="826850" y="1600200"/>
            <a:ext cx="7860000" cy="4526100"/>
          </a:xfrm>
          <a:prstGeom prst="rect">
            <a:avLst/>
          </a:prstGeom>
          <a:noFill/>
          <a:ln>
            <a:noFill/>
          </a:ln>
        </p:spPr>
        <p:txBody>
          <a:bodyPr spcFirstLastPara="1" wrap="square" lIns="91425" tIns="45700" rIns="91425" bIns="45700" anchor="t" anchorCtr="0">
            <a:normAutofit fontScale="92500" lnSpcReduction="10000"/>
          </a:bodyPr>
          <a:lstStyle/>
          <a:p>
            <a:pPr marL="0" lvl="0" indent="0" algn="l" rtl="0">
              <a:lnSpc>
                <a:spcPct val="100000"/>
              </a:lnSpc>
              <a:spcBef>
                <a:spcPts val="0"/>
              </a:spcBef>
              <a:spcAft>
                <a:spcPts val="0"/>
              </a:spcAft>
              <a:buClr>
                <a:schemeClr val="dk1"/>
              </a:buClr>
              <a:buSzPct val="100000"/>
              <a:buNone/>
            </a:pPr>
            <a:r>
              <a:rPr lang="en-US">
                <a:latin typeface="Times New Roman"/>
                <a:ea typeface="Times New Roman"/>
                <a:cs typeface="Times New Roman"/>
                <a:sym typeface="Times New Roman"/>
              </a:rPr>
              <a:t>Results</a:t>
            </a:r>
            <a:endParaRPr>
              <a:latin typeface="Times New Roman"/>
              <a:ea typeface="Times New Roman"/>
              <a:cs typeface="Times New Roman"/>
              <a:sym typeface="Times New Roman"/>
            </a:endParaRPr>
          </a:p>
          <a:p>
            <a:pPr marL="0" marR="716915" lvl="0" indent="0" algn="just" rtl="0">
              <a:lnSpc>
                <a:spcPct val="150000"/>
              </a:lnSpc>
              <a:spcBef>
                <a:spcPts val="795"/>
              </a:spcBef>
              <a:spcAft>
                <a:spcPts val="0"/>
              </a:spcAft>
              <a:buClr>
                <a:schemeClr val="dk1"/>
              </a:buClr>
              <a:buSzPct val="78571"/>
              <a:buNone/>
            </a:pPr>
            <a:r>
              <a:rPr lang="en-US" sz="1400">
                <a:latin typeface="Times New Roman"/>
                <a:ea typeface="Times New Roman"/>
                <a:cs typeface="Times New Roman"/>
                <a:sym typeface="Times New Roman"/>
              </a:rPr>
              <a:t>In the wake of the surging momentum behind electric vehicles, fueled by technological advancements and supportive policies, the time is ripe for substantial investments in charging infrastructure. Washington State, a trailblazer in the electrification of transportation, emerges as a prime location for the establishment of new charging stations. Our models indicate a consistent, exponential rise in electric vehicle adoption over the past decade, a trend expected to persist in the coming years. The Nissan Leaf and Tesla Model 3 lead the preferences among electric vehicle owners. </a:t>
            </a:r>
            <a:endParaRPr sz="1400">
              <a:latin typeface="Times New Roman"/>
              <a:ea typeface="Times New Roman"/>
              <a:cs typeface="Times New Roman"/>
              <a:sym typeface="Times New Roman"/>
            </a:endParaRPr>
          </a:p>
          <a:p>
            <a:pPr marL="0" marR="716915" lvl="0" indent="0" algn="just" rtl="0">
              <a:lnSpc>
                <a:spcPct val="150000"/>
              </a:lnSpc>
              <a:spcBef>
                <a:spcPts val="795"/>
              </a:spcBef>
              <a:spcAft>
                <a:spcPts val="0"/>
              </a:spcAft>
              <a:buClr>
                <a:schemeClr val="dk1"/>
              </a:buClr>
              <a:buSzPct val="78571"/>
              <a:buNone/>
            </a:pPr>
            <a:r>
              <a:rPr lang="en-US" sz="1400">
                <a:latin typeface="Times New Roman"/>
                <a:ea typeface="Times New Roman"/>
                <a:cs typeface="Times New Roman"/>
                <a:sym typeface="Times New Roman"/>
              </a:rPr>
              <a:t>In identifying counties worth investing in for electric chargers, looking at the raw electric vehicle counts is not enough and we need to consider the existing charging infrastructure as well. As explored in the Interpret section, identifying ideal locations for EV charging stations involves considering numerous factors. Taking into account these considerations along with the projected electric vehicle counts for August 2023 in each county, we have identified specific counties with substantial potential to be notably profitable for an electric vehicle charging company. Consequently, our recommendation is for electric vehicle charging companies to strongly consider investing in the following counties: Clark County, Snohomish County, and Whatcom County. </a:t>
            </a:r>
            <a:endParaRPr sz="1400">
              <a:latin typeface="Times New Roman"/>
              <a:ea typeface="Times New Roman"/>
              <a:cs typeface="Times New Roman"/>
              <a:sym typeface="Times New Roman"/>
            </a:endParaRPr>
          </a:p>
        </p:txBody>
      </p:sp>
      <p:pic>
        <p:nvPicPr>
          <p:cNvPr id="200" name="Google Shape;200;p13"/>
          <p:cNvPicPr preferRelativeResize="0"/>
          <p:nvPr/>
        </p:nvPicPr>
        <p:blipFill rotWithShape="1">
          <a:blip r:embed="rId3">
            <a:alphaModFix/>
          </a:blip>
          <a:srcRect/>
          <a:stretch/>
        </p:blipFill>
        <p:spPr>
          <a:xfrm>
            <a:off x="228600" y="553353"/>
            <a:ext cx="2237740" cy="755015"/>
          </a:xfrm>
          <a:prstGeom prst="rect">
            <a:avLst/>
          </a:prstGeom>
          <a:noFill/>
          <a:ln>
            <a:noFill/>
          </a:ln>
        </p:spPr>
      </p:pic>
      <p:sp>
        <p:nvSpPr>
          <p:cNvPr id="201" name="Google Shape;201;p13"/>
          <p:cNvSpPr txBox="1">
            <a:spLocks noGrp="1"/>
          </p:cNvSpPr>
          <p:nvPr>
            <p:ph type="dt" idx="10"/>
          </p:nvPr>
        </p:nvSpPr>
        <p:spPr>
          <a:xfrm>
            <a:off x="457200" y="6356350"/>
            <a:ext cx="2133600" cy="3651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US" b="1"/>
              <a:t>04-11-2023</a:t>
            </a:r>
            <a:endParaRPr/>
          </a:p>
        </p:txBody>
      </p:sp>
      <p:sp>
        <p:nvSpPr>
          <p:cNvPr id="202" name="Google Shape;202;p13"/>
          <p:cNvSpPr txBox="1">
            <a:spLocks noGrp="1"/>
          </p:cNvSpPr>
          <p:nvPr>
            <p:ph type="sldNum" idx="12"/>
          </p:nvPr>
        </p:nvSpPr>
        <p:spPr>
          <a:xfrm>
            <a:off x="6553200" y="6356350"/>
            <a:ext cx="21336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13</a:t>
            </a:fld>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06"/>
        <p:cNvGrpSpPr/>
        <p:nvPr/>
      </p:nvGrpSpPr>
      <p:grpSpPr>
        <a:xfrm>
          <a:off x="0" y="0"/>
          <a:ext cx="0" cy="0"/>
          <a:chOff x="0" y="0"/>
          <a:chExt cx="0" cy="0"/>
        </a:xfrm>
      </p:grpSpPr>
      <p:sp>
        <p:nvSpPr>
          <p:cNvPr id="207" name="Google Shape;207;p14"/>
          <p:cNvSpPr txBox="1">
            <a:spLocks noGrp="1"/>
          </p:cNvSpPr>
          <p:nvPr>
            <p:ph type="title"/>
          </p:nvPr>
        </p:nvSpPr>
        <p:spPr>
          <a:xfrm>
            <a:off x="2466350" y="274650"/>
            <a:ext cx="6220500" cy="11430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1"/>
              </a:buClr>
              <a:buSzPts val="3960"/>
              <a:buFont typeface="Calibri"/>
              <a:buNone/>
            </a:pPr>
            <a:r>
              <a:rPr lang="en-US" sz="3060"/>
              <a:t>      </a:t>
            </a:r>
            <a:r>
              <a:rPr lang="en-US" sz="3060">
                <a:latin typeface="Times New Roman"/>
                <a:ea typeface="Times New Roman"/>
                <a:cs typeface="Times New Roman"/>
                <a:sym typeface="Times New Roman"/>
              </a:rPr>
              <a:t>Electric Vehicle Charging Demand Prediction Using ARIMA Models</a:t>
            </a:r>
            <a:endParaRPr sz="3060"/>
          </a:p>
        </p:txBody>
      </p:sp>
      <p:sp>
        <p:nvSpPr>
          <p:cNvPr id="208" name="Google Shape;208;p14"/>
          <p:cNvSpPr txBox="1">
            <a:spLocks noGrp="1"/>
          </p:cNvSpPr>
          <p:nvPr>
            <p:ph type="body" idx="1"/>
          </p:nvPr>
        </p:nvSpPr>
        <p:spPr>
          <a:xfrm>
            <a:off x="228600" y="1764750"/>
            <a:ext cx="2857500" cy="4526100"/>
          </a:xfrm>
          <a:prstGeom prst="rect">
            <a:avLst/>
          </a:prstGeom>
          <a:noFill/>
          <a:ln>
            <a:noFill/>
          </a:ln>
        </p:spPr>
        <p:txBody>
          <a:bodyPr spcFirstLastPara="1" wrap="square" lIns="91425" tIns="45700" rIns="91425" bIns="45700" anchor="t" anchorCtr="0">
            <a:normAutofit fontScale="77500" lnSpcReduction="20000"/>
          </a:bodyPr>
          <a:lstStyle/>
          <a:p>
            <a:pPr marL="0" lvl="0" indent="0" algn="l" rtl="0">
              <a:lnSpc>
                <a:spcPct val="100000"/>
              </a:lnSpc>
              <a:spcBef>
                <a:spcPts val="0"/>
              </a:spcBef>
              <a:spcAft>
                <a:spcPts val="0"/>
              </a:spcAft>
              <a:buClr>
                <a:schemeClr val="dk1"/>
              </a:buClr>
              <a:buSzPct val="100000"/>
              <a:buNone/>
            </a:pPr>
            <a:r>
              <a:rPr lang="en-US">
                <a:latin typeface="Times New Roman"/>
                <a:ea typeface="Times New Roman"/>
                <a:cs typeface="Times New Roman"/>
                <a:sym typeface="Times New Roman"/>
              </a:rPr>
              <a:t>References</a:t>
            </a:r>
            <a:endParaRPr>
              <a:latin typeface="Times New Roman"/>
              <a:ea typeface="Times New Roman"/>
              <a:cs typeface="Times New Roman"/>
              <a:sym typeface="Times New Roman"/>
            </a:endParaRPr>
          </a:p>
          <a:p>
            <a:pPr marL="0" marR="0" lvl="0" indent="0" algn="just" rtl="0">
              <a:lnSpc>
                <a:spcPct val="150000"/>
              </a:lnSpc>
              <a:spcBef>
                <a:spcPts val="795"/>
              </a:spcBef>
              <a:spcAft>
                <a:spcPts val="0"/>
              </a:spcAft>
              <a:buClr>
                <a:schemeClr val="dk1"/>
              </a:buClr>
              <a:buSzPct val="78571"/>
              <a:buNone/>
            </a:pPr>
            <a:r>
              <a:rPr lang="en-US" sz="1400" b="1">
                <a:latin typeface="Times New Roman"/>
                <a:ea typeface="Times New Roman"/>
                <a:cs typeface="Times New Roman"/>
                <a:sym typeface="Times New Roman"/>
              </a:rPr>
              <a:t>[1] Mariz B. Arias, Sungwoo Bae, “Electric vehicle charging demand forecasting model based on big data technologies"</a:t>
            </a:r>
            <a:r>
              <a:rPr lang="en-US" sz="1400">
                <a:latin typeface="Times New Roman"/>
                <a:ea typeface="Times New Roman"/>
                <a:cs typeface="Times New Roman"/>
                <a:sym typeface="Times New Roman"/>
              </a:rPr>
              <a:t>, Applied Energy, Volume 183, 2016, Pages 327-339, ISSN 0306-2619</a:t>
            </a:r>
            <a:endParaRPr sz="1400">
              <a:latin typeface="Times New Roman"/>
              <a:ea typeface="Times New Roman"/>
              <a:cs typeface="Times New Roman"/>
              <a:sym typeface="Times New Roman"/>
            </a:endParaRPr>
          </a:p>
          <a:p>
            <a:pPr marL="0" marR="0" lvl="0" indent="0" algn="just" rtl="0">
              <a:lnSpc>
                <a:spcPct val="150000"/>
              </a:lnSpc>
              <a:spcBef>
                <a:spcPts val="795"/>
              </a:spcBef>
              <a:spcAft>
                <a:spcPts val="0"/>
              </a:spcAft>
              <a:buClr>
                <a:schemeClr val="dk1"/>
              </a:buClr>
              <a:buSzPct val="78571"/>
              <a:buNone/>
            </a:pPr>
            <a:r>
              <a:rPr lang="en-US" sz="1400" b="1">
                <a:latin typeface="Times New Roman"/>
                <a:ea typeface="Times New Roman"/>
                <a:cs typeface="Times New Roman"/>
                <a:sym typeface="Times New Roman"/>
              </a:rPr>
              <a:t>[2] Zhiyan Yi, Xiaoyue Cathy Liu, Ran Wei, Xi Chen &amp; Jiangpeng Dai (2022), “Electric vehicle charging demand forecasting using deep learning model,” </a:t>
            </a:r>
            <a:r>
              <a:rPr lang="en-US" sz="1400">
                <a:latin typeface="Times New Roman"/>
                <a:ea typeface="Times New Roman"/>
                <a:cs typeface="Times New Roman"/>
                <a:sym typeface="Times New Roman"/>
              </a:rPr>
              <a:t>Journal of Intelligent Transportation Systems, 26:6, 690-703, </a:t>
            </a:r>
            <a:endParaRPr sz="1400">
              <a:latin typeface="Times New Roman"/>
              <a:ea typeface="Times New Roman"/>
              <a:cs typeface="Times New Roman"/>
              <a:sym typeface="Times New Roman"/>
            </a:endParaRPr>
          </a:p>
          <a:p>
            <a:pPr marL="0" marR="0" lvl="0" indent="0" algn="just" rtl="0">
              <a:lnSpc>
                <a:spcPct val="150000"/>
              </a:lnSpc>
              <a:spcBef>
                <a:spcPts val="795"/>
              </a:spcBef>
              <a:spcAft>
                <a:spcPts val="0"/>
              </a:spcAft>
              <a:buClr>
                <a:schemeClr val="dk1"/>
              </a:buClr>
              <a:buSzPct val="78571"/>
              <a:buNone/>
            </a:pPr>
            <a:r>
              <a:rPr lang="en-US" sz="1400" b="1">
                <a:latin typeface="Times New Roman"/>
                <a:ea typeface="Times New Roman"/>
                <a:cs typeface="Times New Roman"/>
                <a:sym typeface="Times New Roman"/>
              </a:rPr>
              <a:t>[3] Y. M. Saputra, D. T. Hoang, D. N. Nguyen, E. Dutkiewicz, M. D. Mueck and S. Srikanteswara, "Energy Demand Prediction with Federated Learning for Electric Vehicle Networks,"</a:t>
            </a:r>
            <a:r>
              <a:rPr lang="en-US" sz="1400">
                <a:latin typeface="Times New Roman"/>
                <a:ea typeface="Times New Roman"/>
                <a:cs typeface="Times New Roman"/>
                <a:sym typeface="Times New Roman"/>
              </a:rPr>
              <a:t> 2019 IEEE Global Communications Conference (GLOBECOM), Waikoloa, HI, USA, 2019, pp. 1-6,</a:t>
            </a:r>
            <a:endParaRPr sz="1400">
              <a:latin typeface="Times New Roman"/>
              <a:ea typeface="Times New Roman"/>
              <a:cs typeface="Times New Roman"/>
              <a:sym typeface="Times New Roman"/>
            </a:endParaRPr>
          </a:p>
        </p:txBody>
      </p:sp>
      <p:pic>
        <p:nvPicPr>
          <p:cNvPr id="209" name="Google Shape;209;p14"/>
          <p:cNvPicPr preferRelativeResize="0"/>
          <p:nvPr/>
        </p:nvPicPr>
        <p:blipFill rotWithShape="1">
          <a:blip r:embed="rId3">
            <a:alphaModFix/>
          </a:blip>
          <a:srcRect/>
          <a:stretch/>
        </p:blipFill>
        <p:spPr>
          <a:xfrm>
            <a:off x="228600" y="553353"/>
            <a:ext cx="2237740" cy="755015"/>
          </a:xfrm>
          <a:prstGeom prst="rect">
            <a:avLst/>
          </a:prstGeom>
          <a:noFill/>
          <a:ln>
            <a:noFill/>
          </a:ln>
        </p:spPr>
      </p:pic>
      <p:sp>
        <p:nvSpPr>
          <p:cNvPr id="210" name="Google Shape;210;p14"/>
          <p:cNvSpPr txBox="1">
            <a:spLocks noGrp="1"/>
          </p:cNvSpPr>
          <p:nvPr>
            <p:ph type="dt" idx="10"/>
          </p:nvPr>
        </p:nvSpPr>
        <p:spPr>
          <a:xfrm>
            <a:off x="457200" y="6356350"/>
            <a:ext cx="2133600" cy="3651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US" b="1"/>
              <a:t>04-11-2023</a:t>
            </a:r>
            <a:endParaRPr/>
          </a:p>
        </p:txBody>
      </p:sp>
      <p:sp>
        <p:nvSpPr>
          <p:cNvPr id="211" name="Google Shape;211;p14"/>
          <p:cNvSpPr txBox="1">
            <a:spLocks noGrp="1"/>
          </p:cNvSpPr>
          <p:nvPr>
            <p:ph type="sldNum" idx="12"/>
          </p:nvPr>
        </p:nvSpPr>
        <p:spPr>
          <a:xfrm>
            <a:off x="6553200" y="6356350"/>
            <a:ext cx="21336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14</a:t>
            </a:fld>
            <a:endParaRPr/>
          </a:p>
        </p:txBody>
      </p:sp>
      <p:sp>
        <p:nvSpPr>
          <p:cNvPr id="212" name="Google Shape;212;p14"/>
          <p:cNvSpPr txBox="1">
            <a:spLocks noGrp="1"/>
          </p:cNvSpPr>
          <p:nvPr>
            <p:ph type="body" idx="1"/>
          </p:nvPr>
        </p:nvSpPr>
        <p:spPr>
          <a:xfrm>
            <a:off x="3143250" y="1764750"/>
            <a:ext cx="2857500" cy="4526100"/>
          </a:xfrm>
          <a:prstGeom prst="rect">
            <a:avLst/>
          </a:prstGeom>
          <a:noFill/>
          <a:ln>
            <a:noFill/>
          </a:ln>
        </p:spPr>
        <p:txBody>
          <a:bodyPr spcFirstLastPara="1" wrap="square" lIns="91425" tIns="45700" rIns="91425" bIns="45700" anchor="t" anchorCtr="0">
            <a:noAutofit/>
          </a:bodyPr>
          <a:lstStyle/>
          <a:p>
            <a:pPr marL="0" marR="0" lvl="0" indent="0" algn="just" rtl="0">
              <a:lnSpc>
                <a:spcPct val="150000"/>
              </a:lnSpc>
              <a:spcBef>
                <a:spcPts val="795"/>
              </a:spcBef>
              <a:spcAft>
                <a:spcPts val="0"/>
              </a:spcAft>
              <a:buClr>
                <a:schemeClr val="dk1"/>
              </a:buClr>
              <a:buSzPts val="1100"/>
              <a:buNone/>
            </a:pPr>
            <a:r>
              <a:rPr lang="en-US" sz="1050" b="1">
                <a:latin typeface="Times New Roman"/>
                <a:ea typeface="Times New Roman"/>
                <a:cs typeface="Times New Roman"/>
                <a:sym typeface="Times New Roman"/>
              </a:rPr>
              <a:t>[4] Mariz B. Arias, Myungchin Kim, Sungwoo Bae, “Prediction of electric vehicle charging-power demand in realistic urban traffic networks,”</a:t>
            </a:r>
            <a:r>
              <a:rPr lang="en-US" sz="1050">
                <a:latin typeface="Times New Roman"/>
                <a:ea typeface="Times New Roman"/>
                <a:cs typeface="Times New Roman"/>
                <a:sym typeface="Times New Roman"/>
              </a:rPr>
              <a:t> Applied Energy,Volume 195,2017,Pages 738-753, ISSN 0306-2619,</a:t>
            </a:r>
            <a:endParaRPr sz="1050">
              <a:latin typeface="Times New Roman"/>
              <a:ea typeface="Times New Roman"/>
              <a:cs typeface="Times New Roman"/>
              <a:sym typeface="Times New Roman"/>
            </a:endParaRPr>
          </a:p>
          <a:p>
            <a:pPr marL="0" marR="0" lvl="0" indent="0" algn="just" rtl="0">
              <a:lnSpc>
                <a:spcPct val="150000"/>
              </a:lnSpc>
              <a:spcBef>
                <a:spcPts val="795"/>
              </a:spcBef>
              <a:spcAft>
                <a:spcPts val="0"/>
              </a:spcAft>
              <a:buClr>
                <a:schemeClr val="dk1"/>
              </a:buClr>
              <a:buSzPts val="1100"/>
              <a:buNone/>
            </a:pPr>
            <a:r>
              <a:rPr lang="en-US" sz="1050" b="1">
                <a:latin typeface="Times New Roman"/>
                <a:ea typeface="Times New Roman"/>
                <a:cs typeface="Times New Roman"/>
                <a:sym typeface="Times New Roman"/>
              </a:rPr>
              <a:t>[5] Shengyou Wang, Chengxiang Zhuge, Chunfu Shao, Pinxi Wang, Xiong Yang, Shiqi Wang, "Short-term electric vehicle charging demand prediction: A deep learning approach", </a:t>
            </a:r>
            <a:r>
              <a:rPr lang="en-US" sz="1050">
                <a:latin typeface="Times New Roman"/>
                <a:ea typeface="Times New Roman"/>
                <a:cs typeface="Times New Roman"/>
                <a:sym typeface="Times New Roman"/>
              </a:rPr>
              <a:t>Applied Energy, Volume 340, 2023, 121032, ISSN 0306-2619,</a:t>
            </a:r>
            <a:endParaRPr sz="1050">
              <a:latin typeface="Times New Roman"/>
              <a:ea typeface="Times New Roman"/>
              <a:cs typeface="Times New Roman"/>
              <a:sym typeface="Times New Roman"/>
            </a:endParaRPr>
          </a:p>
          <a:p>
            <a:pPr marL="0" marR="0" lvl="0" indent="0" algn="just" rtl="0">
              <a:lnSpc>
                <a:spcPct val="150000"/>
              </a:lnSpc>
              <a:spcBef>
                <a:spcPts val="795"/>
              </a:spcBef>
              <a:spcAft>
                <a:spcPts val="0"/>
              </a:spcAft>
              <a:buClr>
                <a:schemeClr val="dk1"/>
              </a:buClr>
              <a:buSzPts val="1100"/>
              <a:buNone/>
            </a:pPr>
            <a:r>
              <a:rPr lang="en-US" sz="1050" b="1">
                <a:latin typeface="Times New Roman"/>
                <a:ea typeface="Times New Roman"/>
                <a:cs typeface="Times New Roman"/>
                <a:sym typeface="Times New Roman"/>
              </a:rPr>
              <a:t>[6] Kejun Qian, Chengke Zhou, M. Allan and Yue Yuan, "Load model for prediction of electric vehicle charging demand," </a:t>
            </a:r>
            <a:r>
              <a:rPr lang="en-US" sz="1050">
                <a:latin typeface="Times New Roman"/>
                <a:ea typeface="Times New Roman"/>
                <a:cs typeface="Times New Roman"/>
                <a:sym typeface="Times New Roman"/>
              </a:rPr>
              <a:t>2010 International Conference on Power System Technology, Zhejiang, China, 2010, pp. 1-6, https://doi.org/10.1109/POWERCON.2010.5666587.</a:t>
            </a:r>
            <a:endParaRPr sz="1050">
              <a:latin typeface="Times New Roman"/>
              <a:ea typeface="Times New Roman"/>
              <a:cs typeface="Times New Roman"/>
              <a:sym typeface="Times New Roman"/>
            </a:endParaRPr>
          </a:p>
        </p:txBody>
      </p:sp>
      <p:sp>
        <p:nvSpPr>
          <p:cNvPr id="213" name="Google Shape;213;p14"/>
          <p:cNvSpPr txBox="1">
            <a:spLocks noGrp="1"/>
          </p:cNvSpPr>
          <p:nvPr>
            <p:ph type="body" idx="1"/>
          </p:nvPr>
        </p:nvSpPr>
        <p:spPr>
          <a:xfrm>
            <a:off x="6191250" y="1764750"/>
            <a:ext cx="2857500" cy="4526100"/>
          </a:xfrm>
          <a:prstGeom prst="rect">
            <a:avLst/>
          </a:prstGeom>
          <a:noFill/>
          <a:ln>
            <a:noFill/>
          </a:ln>
        </p:spPr>
        <p:txBody>
          <a:bodyPr spcFirstLastPara="1" wrap="square" lIns="91425" tIns="45700" rIns="91425" bIns="45700" anchor="t" anchorCtr="0">
            <a:noAutofit/>
          </a:bodyPr>
          <a:lstStyle/>
          <a:p>
            <a:pPr marL="0" marR="0" lvl="0" indent="0" algn="just" rtl="0">
              <a:lnSpc>
                <a:spcPct val="150000"/>
              </a:lnSpc>
              <a:spcBef>
                <a:spcPts val="795"/>
              </a:spcBef>
              <a:spcAft>
                <a:spcPts val="0"/>
              </a:spcAft>
              <a:buClr>
                <a:schemeClr val="dk1"/>
              </a:buClr>
              <a:buSzPts val="1100"/>
              <a:buNone/>
            </a:pPr>
            <a:r>
              <a:rPr lang="en-US" sz="1050" b="1">
                <a:latin typeface="Times New Roman"/>
                <a:ea typeface="Times New Roman"/>
                <a:cs typeface="Times New Roman"/>
                <a:sym typeface="Times New Roman"/>
              </a:rPr>
              <a:t>[7] M. Majidpour, C. Qiu, C. -Y. Chung, P. Chu, R. Gadh and H. R. Pota, "Fast demand forecast of Electric Vehicle Charging Stations for cell phone application," </a:t>
            </a:r>
            <a:r>
              <a:rPr lang="en-US" sz="1050">
                <a:latin typeface="Times New Roman"/>
                <a:ea typeface="Times New Roman"/>
                <a:cs typeface="Times New Roman"/>
                <a:sym typeface="Times New Roman"/>
              </a:rPr>
              <a:t>2014 IEEE PES General Meeting | Conference &amp; Exposition, National Harbor, MD, USA, 2014, pp. 1-5,</a:t>
            </a:r>
            <a:endParaRPr sz="1050">
              <a:latin typeface="Times New Roman"/>
              <a:ea typeface="Times New Roman"/>
              <a:cs typeface="Times New Roman"/>
              <a:sym typeface="Times New Roman"/>
            </a:endParaRPr>
          </a:p>
          <a:p>
            <a:pPr marL="0" marR="0" lvl="0" indent="0" algn="just" rtl="0">
              <a:lnSpc>
                <a:spcPct val="150000"/>
              </a:lnSpc>
              <a:spcBef>
                <a:spcPts val="795"/>
              </a:spcBef>
              <a:spcAft>
                <a:spcPts val="0"/>
              </a:spcAft>
              <a:buClr>
                <a:schemeClr val="dk1"/>
              </a:buClr>
              <a:buSzPts val="1100"/>
              <a:buNone/>
            </a:pPr>
            <a:r>
              <a:rPr lang="en-US" sz="1050" b="1">
                <a:latin typeface="Times New Roman"/>
                <a:ea typeface="Times New Roman"/>
                <a:cs typeface="Times New Roman"/>
                <a:sym typeface="Times New Roman"/>
              </a:rPr>
              <a:t>[8] Shanmuganathan, Jaikumar, Aruldoss Albert Victoire, Gobu Balraj, and Amalraj Victoire. 2022, "Deep Learning LSTM Recurrent Neural Network Model for Prediction of Electric Vehicle Charging Demand," </a:t>
            </a:r>
            <a:r>
              <a:rPr lang="en-US" sz="1050">
                <a:latin typeface="Times New Roman"/>
                <a:ea typeface="Times New Roman"/>
                <a:cs typeface="Times New Roman"/>
                <a:sym typeface="Times New Roman"/>
              </a:rPr>
              <a:t>Sustainability 14, no. 16: 10207. </a:t>
            </a:r>
            <a:endParaRPr sz="1050">
              <a:latin typeface="Times New Roman"/>
              <a:ea typeface="Times New Roman"/>
              <a:cs typeface="Times New Roman"/>
              <a:sym typeface="Times New Roman"/>
            </a:endParaRPr>
          </a:p>
          <a:p>
            <a:pPr marL="0" marR="0" lvl="0" indent="0" algn="just" rtl="0">
              <a:lnSpc>
                <a:spcPct val="150000"/>
              </a:lnSpc>
              <a:spcBef>
                <a:spcPts val="795"/>
              </a:spcBef>
              <a:spcAft>
                <a:spcPts val="0"/>
              </a:spcAft>
              <a:buClr>
                <a:schemeClr val="dk1"/>
              </a:buClr>
              <a:buSzPts val="1100"/>
              <a:buNone/>
            </a:pPr>
            <a:r>
              <a:rPr lang="en-US" sz="1050" b="1">
                <a:latin typeface="Times New Roman"/>
                <a:ea typeface="Times New Roman"/>
                <a:cs typeface="Times New Roman"/>
                <a:sym typeface="Times New Roman"/>
              </a:rPr>
              <a:t>[9] A. S. Al-Ogaili et al., "Review on Scheduling, Clustering, and Forecasting Strategies for Controlling Electric Vehicle Charging: Challenges and Recommendations," </a:t>
            </a:r>
            <a:r>
              <a:rPr lang="en-US" sz="1050">
                <a:latin typeface="Times New Roman"/>
                <a:ea typeface="Times New Roman"/>
                <a:cs typeface="Times New Roman"/>
                <a:sym typeface="Times New Roman"/>
              </a:rPr>
              <a:t>in IEEE Access, vol. 7, pp. 128353-128371, 2019, </a:t>
            </a:r>
            <a:endParaRPr sz="1050">
              <a:latin typeface="Times New Roman"/>
              <a:ea typeface="Times New Roman"/>
              <a:cs typeface="Times New Roman"/>
              <a:sym typeface="Times New Roman"/>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17"/>
        <p:cNvGrpSpPr/>
        <p:nvPr/>
      </p:nvGrpSpPr>
      <p:grpSpPr>
        <a:xfrm>
          <a:off x="0" y="0"/>
          <a:ext cx="0" cy="0"/>
          <a:chOff x="0" y="0"/>
          <a:chExt cx="0" cy="0"/>
        </a:xfrm>
      </p:grpSpPr>
      <p:sp>
        <p:nvSpPr>
          <p:cNvPr id="218" name="Google Shape;218;p15"/>
          <p:cNvSpPr txBox="1">
            <a:spLocks noGrp="1"/>
          </p:cNvSpPr>
          <p:nvPr>
            <p:ph type="body" idx="1"/>
          </p:nvPr>
        </p:nvSpPr>
        <p:spPr>
          <a:xfrm>
            <a:off x="457200" y="1600200"/>
            <a:ext cx="8229600" cy="4526100"/>
          </a:xfrm>
          <a:prstGeom prst="rect">
            <a:avLst/>
          </a:prstGeom>
          <a:noFill/>
          <a:ln>
            <a:noFill/>
          </a:ln>
        </p:spPr>
        <p:txBody>
          <a:bodyPr spcFirstLastPara="1" wrap="square" lIns="91425" tIns="45700" rIns="91425" bIns="45700" anchor="t" anchorCtr="0">
            <a:normAutofit/>
          </a:bodyPr>
          <a:lstStyle/>
          <a:p>
            <a:pPr marL="0" lvl="0" indent="0" algn="ctr" rtl="0">
              <a:lnSpc>
                <a:spcPct val="100000"/>
              </a:lnSpc>
              <a:spcBef>
                <a:spcPts val="0"/>
              </a:spcBef>
              <a:spcAft>
                <a:spcPts val="0"/>
              </a:spcAft>
              <a:buClr>
                <a:schemeClr val="dk1"/>
              </a:buClr>
              <a:buSzPts val="3200"/>
              <a:buNone/>
            </a:pPr>
            <a:endParaRPr>
              <a:solidFill>
                <a:srgbClr val="FF0000"/>
              </a:solidFill>
              <a:latin typeface="Times New Roman"/>
              <a:ea typeface="Times New Roman"/>
              <a:cs typeface="Times New Roman"/>
              <a:sym typeface="Times New Roman"/>
            </a:endParaRPr>
          </a:p>
          <a:p>
            <a:pPr marL="0" lvl="0" indent="0" algn="ctr" rtl="0">
              <a:lnSpc>
                <a:spcPct val="100000"/>
              </a:lnSpc>
              <a:spcBef>
                <a:spcPts val="640"/>
              </a:spcBef>
              <a:spcAft>
                <a:spcPts val="0"/>
              </a:spcAft>
              <a:buClr>
                <a:schemeClr val="dk1"/>
              </a:buClr>
              <a:buSzPts val="3200"/>
              <a:buNone/>
            </a:pPr>
            <a:endParaRPr>
              <a:solidFill>
                <a:srgbClr val="FF0000"/>
              </a:solidFill>
              <a:latin typeface="Times New Roman"/>
              <a:ea typeface="Times New Roman"/>
              <a:cs typeface="Times New Roman"/>
              <a:sym typeface="Times New Roman"/>
            </a:endParaRPr>
          </a:p>
          <a:p>
            <a:pPr marL="0" lvl="0" indent="0" algn="ctr" rtl="0">
              <a:lnSpc>
                <a:spcPct val="100000"/>
              </a:lnSpc>
              <a:spcBef>
                <a:spcPts val="640"/>
              </a:spcBef>
              <a:spcAft>
                <a:spcPts val="0"/>
              </a:spcAft>
              <a:buClr>
                <a:schemeClr val="dk1"/>
              </a:buClr>
              <a:buSzPts val="3200"/>
              <a:buNone/>
            </a:pPr>
            <a:r>
              <a:rPr lang="en-US">
                <a:latin typeface="Times New Roman"/>
                <a:ea typeface="Times New Roman"/>
                <a:cs typeface="Times New Roman"/>
                <a:sym typeface="Times New Roman"/>
              </a:rPr>
              <a:t>Thank You</a:t>
            </a:r>
            <a:endParaRPr>
              <a:latin typeface="Times New Roman"/>
              <a:ea typeface="Times New Roman"/>
              <a:cs typeface="Times New Roman"/>
              <a:sym typeface="Times New Roman"/>
            </a:endParaRPr>
          </a:p>
        </p:txBody>
      </p:sp>
      <p:pic>
        <p:nvPicPr>
          <p:cNvPr id="219" name="Google Shape;219;p15"/>
          <p:cNvPicPr preferRelativeResize="0"/>
          <p:nvPr/>
        </p:nvPicPr>
        <p:blipFill rotWithShape="1">
          <a:blip r:embed="rId3">
            <a:alphaModFix/>
          </a:blip>
          <a:srcRect/>
          <a:stretch/>
        </p:blipFill>
        <p:spPr>
          <a:xfrm>
            <a:off x="381000" y="457200"/>
            <a:ext cx="2237740" cy="755015"/>
          </a:xfrm>
          <a:prstGeom prst="rect">
            <a:avLst/>
          </a:prstGeom>
          <a:noFill/>
          <a:ln>
            <a:noFill/>
          </a:ln>
        </p:spPr>
      </p:pic>
      <p:sp>
        <p:nvSpPr>
          <p:cNvPr id="220" name="Google Shape;220;p15"/>
          <p:cNvSpPr txBox="1">
            <a:spLocks noGrp="1"/>
          </p:cNvSpPr>
          <p:nvPr>
            <p:ph type="dt" idx="10"/>
          </p:nvPr>
        </p:nvSpPr>
        <p:spPr>
          <a:xfrm>
            <a:off x="457200" y="6356350"/>
            <a:ext cx="2133600" cy="3651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US" b="1"/>
              <a:t>04-11-2023</a:t>
            </a:r>
            <a:endParaRPr/>
          </a:p>
        </p:txBody>
      </p:sp>
      <p:sp>
        <p:nvSpPr>
          <p:cNvPr id="221" name="Google Shape;221;p15"/>
          <p:cNvSpPr txBox="1">
            <a:spLocks noGrp="1"/>
          </p:cNvSpPr>
          <p:nvPr>
            <p:ph type="sldNum" idx="12"/>
          </p:nvPr>
        </p:nvSpPr>
        <p:spPr>
          <a:xfrm>
            <a:off x="6553200" y="6356350"/>
            <a:ext cx="21336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15</a:t>
            </a:fld>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Application>Microsoft Office PowerPoint</Application>
  <PresentationFormat>On-screen Show (4:3)</PresentationFormat>
  <Slides>15</Slides>
  <Notes>15</Notes>
  <HiddenSlides>0</HiddenSlides>
  <ScaleCrop>false</ScaleCrop>
  <HeadingPairs>
    <vt:vector size="4" baseType="variant">
      <vt:variant>
        <vt:lpstr>Theme</vt:lpstr>
      </vt:variant>
      <vt:variant>
        <vt:i4>1</vt:i4>
      </vt:variant>
      <vt:variant>
        <vt:lpstr>Slide Titles</vt:lpstr>
      </vt:variant>
      <vt:variant>
        <vt:i4>15</vt:i4>
      </vt:variant>
    </vt:vector>
  </HeadingPairs>
  <TitlesOfParts>
    <vt:vector size="16" baseType="lpstr">
      <vt:lpstr>Office Theme</vt:lpstr>
      <vt:lpstr>Electric Vehicle Charging Demand Prediction Using ARIMA Models</vt:lpstr>
      <vt:lpstr>  Electric Vehicle Charging Demand Prediction Using ARIMA Models</vt:lpstr>
      <vt:lpstr>  Electric Vehicle Charging Demand Prediction Using ARIMA Models</vt:lpstr>
      <vt:lpstr>  Electric Vehicle Charging Demand Prediction Using ARIMA Models</vt:lpstr>
      <vt:lpstr>  Electric Vehicle Charging Demand Prediction Using ARIMA Models</vt:lpstr>
      <vt:lpstr>  Electric Vehicle Charging Demand Prediction Using ARIMA Models</vt:lpstr>
      <vt:lpstr>  Electric Vehicle Charging Demand Prediction Using ARIMA Models</vt:lpstr>
      <vt:lpstr>  Electric Vehicle Charging Demand Prediction Using ARIMA Models</vt:lpstr>
      <vt:lpstr>  Electric Vehicle Charging Demand Prediction Using ARIMA Models</vt:lpstr>
      <vt:lpstr>  Electric Vehicle Charging Demand Prediction Using ARIMA Models</vt:lpstr>
      <vt:lpstr>  Electric Vehicle Charging Demand Prediction Using ARIMA Models</vt:lpstr>
      <vt:lpstr>  Electric Vehicle Charging Demand Prediction Using ARIMA Models</vt:lpstr>
      <vt:lpstr>      Electric Vehicle Charging Demand Prediction Using ARIMA Models</vt:lpstr>
      <vt:lpstr>      Electric Vehicle Charging Demand Prediction Using ARIMA Models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Electric Vehicle Charging Demand Prediction Using ARIMA Models</dc:title>
  <cp:lastModifiedBy>Hitesh Kotla</cp:lastModifiedBy>
  <cp:revision>1</cp:revision>
  <dcterms:modified xsi:type="dcterms:W3CDTF">2024-05-15T14:44:00Z</dcterms:modified>
</cp:coreProperties>
</file>